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7"/>
  </p:notesMasterIdLst>
  <p:sldIdLst>
    <p:sldId id="256" r:id="rId2"/>
    <p:sldId id="257" r:id="rId3"/>
    <p:sldId id="259" r:id="rId4"/>
    <p:sldId id="260" r:id="rId5"/>
    <p:sldId id="261" r:id="rId6"/>
    <p:sldId id="262" r:id="rId7"/>
    <p:sldId id="263" r:id="rId8"/>
    <p:sldId id="264" r:id="rId9"/>
    <p:sldId id="265" r:id="rId10"/>
    <p:sldId id="315" r:id="rId11"/>
    <p:sldId id="266" r:id="rId12"/>
    <p:sldId id="267" r:id="rId13"/>
    <p:sldId id="316" r:id="rId14"/>
    <p:sldId id="317" r:id="rId15"/>
    <p:sldId id="271" r:id="rId16"/>
  </p:sldIdLst>
  <p:sldSz cx="9144000" cy="5143500" type="screen16x9"/>
  <p:notesSz cx="6858000" cy="9144000"/>
  <p:embeddedFontLst>
    <p:embeddedFont>
      <p:font typeface="PT Sans" panose="020B0604020202020204" charset="0"/>
      <p:regular r:id="rId18"/>
      <p:bold r:id="rId19"/>
      <p:italic r:id="rId20"/>
      <p:boldItalic r:id="rId21"/>
    </p:embeddedFont>
    <p:embeddedFont>
      <p:font typeface="Ex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BC8F6A-9455-4D0C-A2F5-D12AB3439525}">
  <a:tblStyle styleId="{23BC8F6A-9455-4D0C-A2F5-D12AB343952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5"/>
        <p:cNvGrpSpPr/>
        <p:nvPr/>
      </p:nvGrpSpPr>
      <p:grpSpPr>
        <a:xfrm>
          <a:off x="0" y="0"/>
          <a:ext cx="0" cy="0"/>
          <a:chOff x="0" y="0"/>
          <a:chExt cx="0" cy="0"/>
        </a:xfrm>
      </p:grpSpPr>
      <p:sp>
        <p:nvSpPr>
          <p:cNvPr id="2696" name="Google Shape;269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7" name="Google Shape;269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9"/>
        <p:cNvGrpSpPr/>
        <p:nvPr/>
      </p:nvGrpSpPr>
      <p:grpSpPr>
        <a:xfrm>
          <a:off x="0" y="0"/>
          <a:ext cx="0" cy="0"/>
          <a:chOff x="0" y="0"/>
          <a:chExt cx="0" cy="0"/>
        </a:xfrm>
      </p:grpSpPr>
      <p:sp>
        <p:nvSpPr>
          <p:cNvPr id="2760" name="Google Shape;2760;gf11272de0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1" name="Google Shape;2761;gf11272de0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1"/>
        <p:cNvGrpSpPr/>
        <p:nvPr/>
      </p:nvGrpSpPr>
      <p:grpSpPr>
        <a:xfrm>
          <a:off x="0" y="0"/>
          <a:ext cx="0" cy="0"/>
          <a:chOff x="0" y="0"/>
          <a:chExt cx="0" cy="0"/>
        </a:xfrm>
      </p:grpSpPr>
      <p:sp>
        <p:nvSpPr>
          <p:cNvPr id="2802" name="Google Shape;2802;gedfa3e31c0_2_20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3" name="Google Shape;2803;gedfa3e31c0_2_20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3"/>
        <p:cNvGrpSpPr/>
        <p:nvPr/>
      </p:nvGrpSpPr>
      <p:grpSpPr>
        <a:xfrm>
          <a:off x="0" y="0"/>
          <a:ext cx="0" cy="0"/>
          <a:chOff x="0" y="0"/>
          <a:chExt cx="0" cy="0"/>
        </a:xfrm>
      </p:grpSpPr>
      <p:sp>
        <p:nvSpPr>
          <p:cNvPr id="2854" name="Google Shape;2854;gedfa3e31c0_2_20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5" name="Google Shape;2855;gedfa3e31c0_2_20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0"/>
        <p:cNvGrpSpPr/>
        <p:nvPr/>
      </p:nvGrpSpPr>
      <p:grpSpPr>
        <a:xfrm>
          <a:off x="0" y="0"/>
          <a:ext cx="0" cy="0"/>
          <a:chOff x="0" y="0"/>
          <a:chExt cx="0" cy="0"/>
        </a:xfrm>
      </p:grpSpPr>
      <p:sp>
        <p:nvSpPr>
          <p:cNvPr id="2911" name="Google Shape;2911;gf11272de0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2" name="Google Shape;2912;gf11272de0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4"/>
        <p:cNvGrpSpPr/>
        <p:nvPr/>
      </p:nvGrpSpPr>
      <p:grpSpPr>
        <a:xfrm>
          <a:off x="0" y="0"/>
          <a:ext cx="0" cy="0"/>
          <a:chOff x="0" y="0"/>
          <a:chExt cx="0" cy="0"/>
        </a:xfrm>
      </p:grpSpPr>
      <p:sp>
        <p:nvSpPr>
          <p:cNvPr id="2975" name="Google Shape;2975;gedfa3e31c0_2_20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6" name="Google Shape;2976;gedfa3e31c0_2_20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1"/>
        <p:cNvGrpSpPr/>
        <p:nvPr/>
      </p:nvGrpSpPr>
      <p:grpSpPr>
        <a:xfrm>
          <a:off x="0" y="0"/>
          <a:ext cx="0" cy="0"/>
          <a:chOff x="0" y="0"/>
          <a:chExt cx="0" cy="0"/>
        </a:xfrm>
      </p:grpSpPr>
      <p:sp>
        <p:nvSpPr>
          <p:cNvPr id="3012" name="Google Shape;3012;gf11272de0f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3" name="Google Shape;3013;gf11272de0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5"/>
        <p:cNvGrpSpPr/>
        <p:nvPr/>
      </p:nvGrpSpPr>
      <p:grpSpPr>
        <a:xfrm>
          <a:off x="0" y="0"/>
          <a:ext cx="0" cy="0"/>
          <a:chOff x="0" y="0"/>
          <a:chExt cx="0" cy="0"/>
        </a:xfrm>
      </p:grpSpPr>
      <p:sp>
        <p:nvSpPr>
          <p:cNvPr id="3036" name="Google Shape;3036;gedfa3e31c0_2_20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7" name="Google Shape;3037;gedfa3e31c0_2_20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1"/>
        <p:cNvGrpSpPr/>
        <p:nvPr/>
      </p:nvGrpSpPr>
      <p:grpSpPr>
        <a:xfrm>
          <a:off x="0" y="0"/>
          <a:ext cx="0" cy="0"/>
          <a:chOff x="0" y="0"/>
          <a:chExt cx="0" cy="0"/>
        </a:xfrm>
      </p:grpSpPr>
      <p:sp>
        <p:nvSpPr>
          <p:cNvPr id="3082" name="Google Shape;3082;gedfa3e31c0_2_20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3" name="Google Shape;3083;gedfa3e31c0_2_20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1"/>
        <p:cNvGrpSpPr/>
        <p:nvPr/>
      </p:nvGrpSpPr>
      <p:grpSpPr>
        <a:xfrm>
          <a:off x="0" y="0"/>
          <a:ext cx="0" cy="0"/>
          <a:chOff x="0" y="0"/>
          <a:chExt cx="0" cy="0"/>
        </a:xfrm>
      </p:grpSpPr>
      <p:sp>
        <p:nvSpPr>
          <p:cNvPr id="3082" name="Google Shape;3082;gedfa3e31c0_2_20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3" name="Google Shape;3083;gedfa3e31c0_2_20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7959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7"/>
        <p:cNvGrpSpPr/>
        <p:nvPr/>
      </p:nvGrpSpPr>
      <p:grpSpPr>
        <a:xfrm>
          <a:off x="0" y="0"/>
          <a:ext cx="0" cy="0"/>
          <a:chOff x="0" y="0"/>
          <a:chExt cx="0" cy="0"/>
        </a:xfrm>
      </p:grpSpPr>
      <p:sp>
        <p:nvSpPr>
          <p:cNvPr id="3128" name="Google Shape;3128;gedfa3e31c0_2_19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9" name="Google Shape;3129;gedfa3e31c0_2_19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8"/>
        <p:cNvGrpSpPr/>
        <p:nvPr/>
      </p:nvGrpSpPr>
      <p:grpSpPr>
        <a:xfrm>
          <a:off x="0" y="0"/>
          <a:ext cx="0" cy="0"/>
          <a:chOff x="0" y="0"/>
          <a:chExt cx="0" cy="0"/>
        </a:xfrm>
      </p:grpSpPr>
      <p:sp>
        <p:nvSpPr>
          <p:cNvPr id="3179" name="Google Shape;3179;gedfa3e31c0_2_196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0" name="Google Shape;3180;gedfa3e31c0_2_196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8"/>
        <p:cNvGrpSpPr/>
        <p:nvPr/>
      </p:nvGrpSpPr>
      <p:grpSpPr>
        <a:xfrm>
          <a:off x="0" y="0"/>
          <a:ext cx="0" cy="0"/>
          <a:chOff x="0" y="0"/>
          <a:chExt cx="0" cy="0"/>
        </a:xfrm>
      </p:grpSpPr>
      <p:sp>
        <p:nvSpPr>
          <p:cNvPr id="3179" name="Google Shape;3179;gedfa3e31c0_2_196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0" name="Google Shape;3180;gedfa3e31c0_2_196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4126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5"/>
        <p:cNvGrpSpPr/>
        <p:nvPr/>
      </p:nvGrpSpPr>
      <p:grpSpPr>
        <a:xfrm>
          <a:off x="0" y="0"/>
          <a:ext cx="0" cy="0"/>
          <a:chOff x="0" y="0"/>
          <a:chExt cx="0" cy="0"/>
        </a:xfrm>
      </p:grpSpPr>
      <p:sp>
        <p:nvSpPr>
          <p:cNvPr id="3036" name="Google Shape;3036;gedfa3e31c0_2_20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7" name="Google Shape;3037;gedfa3e31c0_2_20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120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5"/>
        <p:cNvGrpSpPr/>
        <p:nvPr/>
      </p:nvGrpSpPr>
      <p:grpSpPr>
        <a:xfrm>
          <a:off x="0" y="0"/>
          <a:ext cx="0" cy="0"/>
          <a:chOff x="0" y="0"/>
          <a:chExt cx="0" cy="0"/>
        </a:xfrm>
      </p:grpSpPr>
      <p:sp>
        <p:nvSpPr>
          <p:cNvPr id="3386" name="Google Shape;3386;gf11272de0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7" name="Google Shape;3387;gf11272de0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4" y="-27"/>
            <a:ext cx="9143711" cy="5143338"/>
            <a:chOff x="597550" y="708125"/>
            <a:chExt cx="6449225" cy="4193850"/>
          </a:xfrm>
        </p:grpSpPr>
        <p:sp>
          <p:nvSpPr>
            <p:cNvPr id="10" name="Google Shape;10;p2"/>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2"/>
          <p:cNvSpPr txBox="1">
            <a:spLocks noGrp="1"/>
          </p:cNvSpPr>
          <p:nvPr>
            <p:ph type="ctrTitle"/>
          </p:nvPr>
        </p:nvSpPr>
        <p:spPr>
          <a:xfrm>
            <a:off x="1317600" y="1132113"/>
            <a:ext cx="6508800" cy="1998600"/>
          </a:xfrm>
          <a:prstGeom prst="rect">
            <a:avLst/>
          </a:prstGeom>
          <a:effectLst>
            <a:outerShdw blurRad="142875" algn="bl" rotWithShape="0">
              <a:schemeClr val="accent2">
                <a:alpha val="38000"/>
              </a:schemeClr>
            </a:outerShdw>
          </a:effectLst>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9" name="Google Shape;49;p2"/>
          <p:cNvSpPr txBox="1">
            <a:spLocks noGrp="1"/>
          </p:cNvSpPr>
          <p:nvPr>
            <p:ph type="subTitle" idx="1"/>
          </p:nvPr>
        </p:nvSpPr>
        <p:spPr>
          <a:xfrm>
            <a:off x="1675175" y="3099088"/>
            <a:ext cx="5793600" cy="912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50" name="Google Shape;50;p2"/>
          <p:cNvGrpSpPr/>
          <p:nvPr/>
        </p:nvGrpSpPr>
        <p:grpSpPr>
          <a:xfrm>
            <a:off x="-11" y="606814"/>
            <a:ext cx="1284435" cy="586800"/>
            <a:chOff x="-11" y="606814"/>
            <a:chExt cx="1284435" cy="586800"/>
          </a:xfrm>
        </p:grpSpPr>
        <p:sp>
          <p:nvSpPr>
            <p:cNvPr id="51" name="Google Shape;51;p2"/>
            <p:cNvSpPr/>
            <p:nvPr/>
          </p:nvSpPr>
          <p:spPr>
            <a:xfrm rot="-5400000">
              <a:off x="348812" y="25800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 name="Google Shape;52;p2"/>
            <p:cNvGrpSpPr/>
            <p:nvPr/>
          </p:nvGrpSpPr>
          <p:grpSpPr>
            <a:xfrm rot="10800000">
              <a:off x="-11" y="779178"/>
              <a:ext cx="883262" cy="242091"/>
              <a:chOff x="2300350" y="2601250"/>
              <a:chExt cx="2275275" cy="623625"/>
            </a:xfrm>
          </p:grpSpPr>
          <p:sp>
            <p:nvSpPr>
              <p:cNvPr id="53" name="Google Shape;53;p2"/>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 name="Google Shape;59;p2"/>
          <p:cNvGrpSpPr/>
          <p:nvPr/>
        </p:nvGrpSpPr>
        <p:grpSpPr>
          <a:xfrm rot="5400000">
            <a:off x="85100" y="1849625"/>
            <a:ext cx="98902" cy="553090"/>
            <a:chOff x="4898850" y="4820550"/>
            <a:chExt cx="98902" cy="553090"/>
          </a:xfrm>
        </p:grpSpPr>
        <p:sp>
          <p:nvSpPr>
            <p:cNvPr id="60" name="Google Shape;60;p2"/>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2"/>
          <p:cNvGrpSpPr/>
          <p:nvPr/>
        </p:nvGrpSpPr>
        <p:grpSpPr>
          <a:xfrm>
            <a:off x="-1414555" y="3058729"/>
            <a:ext cx="2297800" cy="347400"/>
            <a:chOff x="-1414555" y="3058729"/>
            <a:chExt cx="2297800" cy="347400"/>
          </a:xfrm>
        </p:grpSpPr>
        <p:sp>
          <p:nvSpPr>
            <p:cNvPr id="66" name="Google Shape;66;p2"/>
            <p:cNvSpPr/>
            <p:nvPr/>
          </p:nvSpPr>
          <p:spPr>
            <a:xfrm>
              <a:off x="-1414555" y="33380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111455" y="30587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 name="Google Shape;68;p2"/>
          <p:cNvGrpSpPr/>
          <p:nvPr/>
        </p:nvGrpSpPr>
        <p:grpSpPr>
          <a:xfrm flipH="1">
            <a:off x="-799254" y="4139005"/>
            <a:ext cx="1823016" cy="196994"/>
            <a:chOff x="7857346" y="4002005"/>
            <a:chExt cx="1823016" cy="196994"/>
          </a:xfrm>
        </p:grpSpPr>
        <p:sp>
          <p:nvSpPr>
            <p:cNvPr id="69" name="Google Shape;69;p2"/>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2"/>
          <p:cNvSpPr/>
          <p:nvPr/>
        </p:nvSpPr>
        <p:spPr>
          <a:xfrm rot="10800000">
            <a:off x="8027645" y="24789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10800000">
            <a:off x="8557211" y="38590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5400000">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 name="Google Shape;75;p2"/>
          <p:cNvGrpSpPr/>
          <p:nvPr/>
        </p:nvGrpSpPr>
        <p:grpSpPr>
          <a:xfrm>
            <a:off x="7812807" y="997962"/>
            <a:ext cx="1520982" cy="302065"/>
            <a:chOff x="5642557" y="-150670"/>
            <a:chExt cx="1520982" cy="302065"/>
          </a:xfrm>
        </p:grpSpPr>
        <p:sp>
          <p:nvSpPr>
            <p:cNvPr id="76" name="Google Shape;76;p2"/>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2"/>
          <p:cNvGrpSpPr/>
          <p:nvPr/>
        </p:nvGrpSpPr>
        <p:grpSpPr>
          <a:xfrm>
            <a:off x="8495989" y="1713528"/>
            <a:ext cx="883262" cy="242091"/>
            <a:chOff x="2300350" y="2601250"/>
            <a:chExt cx="2275275" cy="623625"/>
          </a:xfrm>
        </p:grpSpPr>
        <p:sp>
          <p:nvSpPr>
            <p:cNvPr id="82" name="Google Shape;82;p2"/>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2"/>
          <p:cNvGrpSpPr/>
          <p:nvPr/>
        </p:nvGrpSpPr>
        <p:grpSpPr>
          <a:xfrm>
            <a:off x="8267392" y="3231066"/>
            <a:ext cx="1105976" cy="133969"/>
            <a:chOff x="8183182" y="663852"/>
            <a:chExt cx="1475028" cy="178673"/>
          </a:xfrm>
        </p:grpSpPr>
        <p:grpSp>
          <p:nvGrpSpPr>
            <p:cNvPr id="89" name="Google Shape;89;p2"/>
            <p:cNvGrpSpPr/>
            <p:nvPr/>
          </p:nvGrpSpPr>
          <p:grpSpPr>
            <a:xfrm>
              <a:off x="8183182" y="774425"/>
              <a:ext cx="1178025" cy="68100"/>
              <a:chOff x="2024450" y="204150"/>
              <a:chExt cx="1178025" cy="68100"/>
            </a:xfrm>
          </p:grpSpPr>
          <p:sp>
            <p:nvSpPr>
              <p:cNvPr id="90" name="Google Shape;90;p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2"/>
            <p:cNvGrpSpPr/>
            <p:nvPr/>
          </p:nvGrpSpPr>
          <p:grpSpPr>
            <a:xfrm>
              <a:off x="8480185" y="663852"/>
              <a:ext cx="1178025" cy="68100"/>
              <a:chOff x="2024450" y="204150"/>
              <a:chExt cx="1178025" cy="68100"/>
            </a:xfrm>
          </p:grpSpPr>
          <p:sp>
            <p:nvSpPr>
              <p:cNvPr id="101" name="Google Shape;101;p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 name="Google Shape;111;p2"/>
          <p:cNvGrpSpPr/>
          <p:nvPr/>
        </p:nvGrpSpPr>
        <p:grpSpPr>
          <a:xfrm rot="5400000">
            <a:off x="8520259" y="3926674"/>
            <a:ext cx="302065" cy="1520982"/>
            <a:chOff x="-108754" y="2690919"/>
            <a:chExt cx="302065" cy="1520982"/>
          </a:xfrm>
        </p:grpSpPr>
        <p:sp>
          <p:nvSpPr>
            <p:cNvPr id="112" name="Google Shape;112;p2"/>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 name="Google Shape;117;p2"/>
          <p:cNvGrpSpPr/>
          <p:nvPr/>
        </p:nvGrpSpPr>
        <p:grpSpPr>
          <a:xfrm>
            <a:off x="1710357" y="-107958"/>
            <a:ext cx="1520982" cy="302065"/>
            <a:chOff x="5642557" y="-150670"/>
            <a:chExt cx="1520982" cy="302065"/>
          </a:xfrm>
        </p:grpSpPr>
        <p:sp>
          <p:nvSpPr>
            <p:cNvPr id="118" name="Google Shape;118;p2"/>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2"/>
          <p:cNvGrpSpPr/>
          <p:nvPr/>
        </p:nvGrpSpPr>
        <p:grpSpPr>
          <a:xfrm>
            <a:off x="6420895" y="-1455296"/>
            <a:ext cx="347400" cy="2297800"/>
            <a:chOff x="6420895" y="-1455296"/>
            <a:chExt cx="347400" cy="2297800"/>
          </a:xfrm>
        </p:grpSpPr>
        <p:sp>
          <p:nvSpPr>
            <p:cNvPr id="124" name="Google Shape;124;p2"/>
            <p:cNvSpPr/>
            <p:nvPr/>
          </p:nvSpPr>
          <p:spPr>
            <a:xfrm rot="5400000">
              <a:off x="5457595"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rot="5400000">
              <a:off x="5736895"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2"/>
          <p:cNvSpPr/>
          <p:nvPr/>
        </p:nvSpPr>
        <p:spPr>
          <a:xfrm rot="10800000">
            <a:off x="1023762" y="4389464"/>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7"/>
        <p:cNvGrpSpPr/>
        <p:nvPr/>
      </p:nvGrpSpPr>
      <p:grpSpPr>
        <a:xfrm>
          <a:off x="0" y="0"/>
          <a:ext cx="0" cy="0"/>
          <a:chOff x="0" y="0"/>
          <a:chExt cx="0" cy="0"/>
        </a:xfrm>
      </p:grpSpPr>
      <p:grpSp>
        <p:nvGrpSpPr>
          <p:cNvPr id="128" name="Google Shape;128;p3"/>
          <p:cNvGrpSpPr/>
          <p:nvPr/>
        </p:nvGrpSpPr>
        <p:grpSpPr>
          <a:xfrm>
            <a:off x="-24" y="-27"/>
            <a:ext cx="9143711" cy="5143338"/>
            <a:chOff x="597550" y="708125"/>
            <a:chExt cx="6449225" cy="4193850"/>
          </a:xfrm>
        </p:grpSpPr>
        <p:sp>
          <p:nvSpPr>
            <p:cNvPr id="129" name="Google Shape;129;p3"/>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3"/>
          <p:cNvSpPr txBox="1">
            <a:spLocks noGrp="1"/>
          </p:cNvSpPr>
          <p:nvPr>
            <p:ph type="title"/>
          </p:nvPr>
        </p:nvSpPr>
        <p:spPr>
          <a:xfrm>
            <a:off x="1208500" y="2089070"/>
            <a:ext cx="6726900" cy="841800"/>
          </a:xfrm>
          <a:prstGeom prst="rect">
            <a:avLst/>
          </a:prstGeom>
          <a:effectLst>
            <a:outerShdw blurRad="142875" algn="bl" rotWithShape="0">
              <a:schemeClr val="accent2">
                <a:alpha val="40000"/>
              </a:schemeClr>
            </a:outerShdw>
          </a:effectLst>
        </p:spPr>
        <p:txBody>
          <a:bodyPr spcFirstLastPara="1" wrap="square" lIns="91425" tIns="91425" rIns="91425" bIns="91425" anchor="b" anchorCtr="0">
            <a:noAutofit/>
          </a:bodyPr>
          <a:lstStyle>
            <a:lvl1pPr lvl="0" algn="ctr">
              <a:spcBef>
                <a:spcPts val="0"/>
              </a:spcBef>
              <a:spcAft>
                <a:spcPts val="0"/>
              </a:spcAft>
              <a:buSzPts val="3600"/>
              <a:buNone/>
              <a:defRPr sz="3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8" name="Google Shape;168;p3"/>
          <p:cNvSpPr txBox="1">
            <a:spLocks noGrp="1"/>
          </p:cNvSpPr>
          <p:nvPr>
            <p:ph type="subTitle" idx="1"/>
          </p:nvPr>
        </p:nvSpPr>
        <p:spPr>
          <a:xfrm>
            <a:off x="1208650" y="3054420"/>
            <a:ext cx="6726900" cy="92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69" name="Google Shape;169;p3"/>
          <p:cNvSpPr txBox="1">
            <a:spLocks noGrp="1"/>
          </p:cNvSpPr>
          <p:nvPr>
            <p:ph type="title" idx="2" hasCustomPrompt="1"/>
          </p:nvPr>
        </p:nvSpPr>
        <p:spPr>
          <a:xfrm>
            <a:off x="3132450" y="1168380"/>
            <a:ext cx="2879100" cy="920700"/>
          </a:xfrm>
          <a:prstGeom prst="rect">
            <a:avLst/>
          </a:prstGeom>
          <a:effectLst>
            <a:outerShdw blurRad="57150" algn="bl" rotWithShape="0">
              <a:schemeClr val="accent2"/>
            </a:outerShdw>
          </a:effectLst>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0" name="Google Shape;170;p3"/>
          <p:cNvSpPr/>
          <p:nvPr/>
        </p:nvSpPr>
        <p:spPr>
          <a:xfrm rot="10800000" flipH="1">
            <a:off x="7847593" y="4125574"/>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 name="Google Shape;171;p3"/>
          <p:cNvGrpSpPr/>
          <p:nvPr/>
        </p:nvGrpSpPr>
        <p:grpSpPr>
          <a:xfrm rot="-5400000" flipH="1">
            <a:off x="7699352" y="4771133"/>
            <a:ext cx="883262" cy="242091"/>
            <a:chOff x="2300350" y="2601250"/>
            <a:chExt cx="2275275" cy="623625"/>
          </a:xfrm>
        </p:grpSpPr>
        <p:sp>
          <p:nvSpPr>
            <p:cNvPr id="172" name="Google Shape;172;p3"/>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3"/>
          <p:cNvSpPr/>
          <p:nvPr/>
        </p:nvSpPr>
        <p:spPr>
          <a:xfrm flipH="1">
            <a:off x="8088870" y="15356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3"/>
          <p:cNvGrpSpPr/>
          <p:nvPr/>
        </p:nvGrpSpPr>
        <p:grpSpPr>
          <a:xfrm>
            <a:off x="8658746" y="2349080"/>
            <a:ext cx="1823016" cy="196994"/>
            <a:chOff x="7857346" y="4002005"/>
            <a:chExt cx="1823016" cy="196994"/>
          </a:xfrm>
        </p:grpSpPr>
        <p:sp>
          <p:nvSpPr>
            <p:cNvPr id="180" name="Google Shape;180;p3"/>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 name="Google Shape;183;p3"/>
          <p:cNvSpPr/>
          <p:nvPr/>
        </p:nvSpPr>
        <p:spPr>
          <a:xfrm rot="5400000">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16995" y="850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3"/>
          <p:cNvGrpSpPr/>
          <p:nvPr/>
        </p:nvGrpSpPr>
        <p:grpSpPr>
          <a:xfrm rot="-5400000">
            <a:off x="338683" y="-295650"/>
            <a:ext cx="302065" cy="1520982"/>
            <a:chOff x="-108754" y="2690919"/>
            <a:chExt cx="302065" cy="1520982"/>
          </a:xfrm>
        </p:grpSpPr>
        <p:sp>
          <p:nvSpPr>
            <p:cNvPr id="186" name="Google Shape;186;p3"/>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3"/>
          <p:cNvGrpSpPr/>
          <p:nvPr/>
        </p:nvGrpSpPr>
        <p:grpSpPr>
          <a:xfrm>
            <a:off x="5134732" y="4950349"/>
            <a:ext cx="1520982" cy="302065"/>
            <a:chOff x="5642557" y="-150670"/>
            <a:chExt cx="1520982" cy="302065"/>
          </a:xfrm>
        </p:grpSpPr>
        <p:sp>
          <p:nvSpPr>
            <p:cNvPr id="192" name="Google Shape;192;p3"/>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3"/>
          <p:cNvGrpSpPr/>
          <p:nvPr/>
        </p:nvGrpSpPr>
        <p:grpSpPr>
          <a:xfrm>
            <a:off x="8419792" y="3307266"/>
            <a:ext cx="1105976" cy="133969"/>
            <a:chOff x="8183182" y="663852"/>
            <a:chExt cx="1475028" cy="178673"/>
          </a:xfrm>
        </p:grpSpPr>
        <p:grpSp>
          <p:nvGrpSpPr>
            <p:cNvPr id="198" name="Google Shape;198;p3"/>
            <p:cNvGrpSpPr/>
            <p:nvPr/>
          </p:nvGrpSpPr>
          <p:grpSpPr>
            <a:xfrm>
              <a:off x="8183182" y="774425"/>
              <a:ext cx="1178025" cy="68100"/>
              <a:chOff x="2024450" y="204150"/>
              <a:chExt cx="1178025" cy="68100"/>
            </a:xfrm>
          </p:grpSpPr>
          <p:sp>
            <p:nvSpPr>
              <p:cNvPr id="199" name="Google Shape;199;p3"/>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 name="Google Shape;209;p3"/>
            <p:cNvGrpSpPr/>
            <p:nvPr/>
          </p:nvGrpSpPr>
          <p:grpSpPr>
            <a:xfrm>
              <a:off x="8480185" y="663852"/>
              <a:ext cx="1178025" cy="68100"/>
              <a:chOff x="2024450" y="204150"/>
              <a:chExt cx="1178025" cy="68100"/>
            </a:xfrm>
          </p:grpSpPr>
          <p:sp>
            <p:nvSpPr>
              <p:cNvPr id="210" name="Google Shape;210;p3"/>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3"/>
          <p:cNvSpPr/>
          <p:nvPr/>
        </p:nvSpPr>
        <p:spPr>
          <a:xfrm>
            <a:off x="-1414555" y="40238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1111455" y="37445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 name="Google Shape;222;p3"/>
          <p:cNvGrpSpPr/>
          <p:nvPr/>
        </p:nvGrpSpPr>
        <p:grpSpPr>
          <a:xfrm rot="10800000">
            <a:off x="-155261" y="2431003"/>
            <a:ext cx="883262" cy="242091"/>
            <a:chOff x="2300350" y="2601250"/>
            <a:chExt cx="2275275" cy="623625"/>
          </a:xfrm>
        </p:grpSpPr>
        <p:sp>
          <p:nvSpPr>
            <p:cNvPr id="223" name="Google Shape;223;p3"/>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9"/>
        <p:cNvGrpSpPr/>
        <p:nvPr/>
      </p:nvGrpSpPr>
      <p:grpSpPr>
        <a:xfrm>
          <a:off x="0" y="0"/>
          <a:ext cx="0" cy="0"/>
          <a:chOff x="0" y="0"/>
          <a:chExt cx="0" cy="0"/>
        </a:xfrm>
      </p:grpSpPr>
      <p:grpSp>
        <p:nvGrpSpPr>
          <p:cNvPr id="230" name="Google Shape;230;p4"/>
          <p:cNvGrpSpPr/>
          <p:nvPr/>
        </p:nvGrpSpPr>
        <p:grpSpPr>
          <a:xfrm>
            <a:off x="-24" y="-27"/>
            <a:ext cx="9143711" cy="5143338"/>
            <a:chOff x="597550" y="708125"/>
            <a:chExt cx="6449225" cy="4193850"/>
          </a:xfrm>
        </p:grpSpPr>
        <p:sp>
          <p:nvSpPr>
            <p:cNvPr id="231" name="Google Shape;231;p4"/>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 name="Google Shape;269;p4"/>
          <p:cNvSpPr txBox="1">
            <a:spLocks noGrp="1"/>
          </p:cNvSpPr>
          <p:nvPr>
            <p:ph type="title"/>
          </p:nvPr>
        </p:nvSpPr>
        <p:spPr>
          <a:xfrm>
            <a:off x="713100" y="539400"/>
            <a:ext cx="7717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70" name="Google Shape;270;p4"/>
          <p:cNvSpPr txBox="1">
            <a:spLocks noGrp="1"/>
          </p:cNvSpPr>
          <p:nvPr>
            <p:ph type="body" idx="1"/>
          </p:nvPr>
        </p:nvSpPr>
        <p:spPr>
          <a:xfrm>
            <a:off x="713100" y="1187700"/>
            <a:ext cx="7717800" cy="34164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434343"/>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grpSp>
        <p:nvGrpSpPr>
          <p:cNvPr id="271" name="Google Shape;271;p4"/>
          <p:cNvGrpSpPr/>
          <p:nvPr/>
        </p:nvGrpSpPr>
        <p:grpSpPr>
          <a:xfrm rot="5400000" flipH="1">
            <a:off x="7845446" y="144030"/>
            <a:ext cx="1823016" cy="296643"/>
            <a:chOff x="7857346" y="3902355"/>
            <a:chExt cx="1823016" cy="296643"/>
          </a:xfrm>
        </p:grpSpPr>
        <p:sp>
          <p:nvSpPr>
            <p:cNvPr id="272" name="Google Shape;272;p4"/>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278;p4"/>
          <p:cNvSpPr/>
          <p:nvPr/>
        </p:nvSpPr>
        <p:spPr>
          <a:xfrm rot="5400000">
            <a:off x="8206161" y="42078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 name="Google Shape;279;p4"/>
          <p:cNvGrpSpPr/>
          <p:nvPr/>
        </p:nvGrpSpPr>
        <p:grpSpPr>
          <a:xfrm>
            <a:off x="8085946" y="4723543"/>
            <a:ext cx="1823016" cy="196994"/>
            <a:chOff x="8085946" y="4723543"/>
            <a:chExt cx="1823016" cy="196994"/>
          </a:xfrm>
        </p:grpSpPr>
        <p:sp>
          <p:nvSpPr>
            <p:cNvPr id="280" name="Google Shape;280;p4"/>
            <p:cNvSpPr/>
            <p:nvPr/>
          </p:nvSpPr>
          <p:spPr>
            <a:xfrm rot="10800000" flipH="1">
              <a:off x="8184816" y="4723543"/>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rot="10800000" flipH="1">
              <a:off x="8085946" y="4828583"/>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rot="10800000" flipH="1">
              <a:off x="8110687" y="4853293"/>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4"/>
          <p:cNvGrpSpPr/>
          <p:nvPr/>
        </p:nvGrpSpPr>
        <p:grpSpPr>
          <a:xfrm>
            <a:off x="-243064" y="160512"/>
            <a:ext cx="1105976" cy="133969"/>
            <a:chOff x="8183182" y="663852"/>
            <a:chExt cx="1475028" cy="178673"/>
          </a:xfrm>
        </p:grpSpPr>
        <p:grpSp>
          <p:nvGrpSpPr>
            <p:cNvPr id="284" name="Google Shape;284;p4"/>
            <p:cNvGrpSpPr/>
            <p:nvPr/>
          </p:nvGrpSpPr>
          <p:grpSpPr>
            <a:xfrm>
              <a:off x="8183182" y="774425"/>
              <a:ext cx="1178025" cy="68100"/>
              <a:chOff x="2024450" y="204150"/>
              <a:chExt cx="1178025" cy="68100"/>
            </a:xfrm>
          </p:grpSpPr>
          <p:sp>
            <p:nvSpPr>
              <p:cNvPr id="285" name="Google Shape;285;p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4"/>
            <p:cNvGrpSpPr/>
            <p:nvPr/>
          </p:nvGrpSpPr>
          <p:grpSpPr>
            <a:xfrm>
              <a:off x="8480185" y="663852"/>
              <a:ext cx="1178025" cy="68100"/>
              <a:chOff x="2024450" y="204150"/>
              <a:chExt cx="1178025" cy="68100"/>
            </a:xfrm>
          </p:grpSpPr>
          <p:sp>
            <p:nvSpPr>
              <p:cNvPr id="296" name="Google Shape;296;p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6" name="Google Shape;306;p4"/>
          <p:cNvSpPr/>
          <p:nvPr/>
        </p:nvSpPr>
        <p:spPr>
          <a:xfrm>
            <a:off x="-1568655" y="33635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rot="10800000">
            <a:off x="12" y="3859064"/>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8"/>
        <p:cNvGrpSpPr/>
        <p:nvPr/>
      </p:nvGrpSpPr>
      <p:grpSpPr>
        <a:xfrm>
          <a:off x="0" y="0"/>
          <a:ext cx="0" cy="0"/>
          <a:chOff x="0" y="0"/>
          <a:chExt cx="0" cy="0"/>
        </a:xfrm>
      </p:grpSpPr>
      <p:grpSp>
        <p:nvGrpSpPr>
          <p:cNvPr id="309" name="Google Shape;309;p5"/>
          <p:cNvGrpSpPr/>
          <p:nvPr/>
        </p:nvGrpSpPr>
        <p:grpSpPr>
          <a:xfrm>
            <a:off x="-24" y="-27"/>
            <a:ext cx="9143711" cy="5143338"/>
            <a:chOff x="597550" y="708125"/>
            <a:chExt cx="6449225" cy="4193850"/>
          </a:xfrm>
        </p:grpSpPr>
        <p:sp>
          <p:nvSpPr>
            <p:cNvPr id="310" name="Google Shape;310;p5"/>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8" name="Google Shape;348;p5"/>
          <p:cNvSpPr txBox="1">
            <a:spLocks noGrp="1"/>
          </p:cNvSpPr>
          <p:nvPr>
            <p:ph type="title"/>
          </p:nvPr>
        </p:nvSpPr>
        <p:spPr>
          <a:xfrm>
            <a:off x="713100" y="539400"/>
            <a:ext cx="7717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49" name="Google Shape;349;p5"/>
          <p:cNvSpPr txBox="1">
            <a:spLocks noGrp="1"/>
          </p:cNvSpPr>
          <p:nvPr>
            <p:ph type="title" idx="2"/>
          </p:nvPr>
        </p:nvSpPr>
        <p:spPr>
          <a:xfrm>
            <a:off x="1540500" y="2903250"/>
            <a:ext cx="26220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50" name="Google Shape;350;p5"/>
          <p:cNvSpPr txBox="1">
            <a:spLocks noGrp="1"/>
          </p:cNvSpPr>
          <p:nvPr>
            <p:ph type="subTitle" idx="1"/>
          </p:nvPr>
        </p:nvSpPr>
        <p:spPr>
          <a:xfrm>
            <a:off x="1540500" y="3299259"/>
            <a:ext cx="2622000" cy="96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5"/>
          <p:cNvSpPr txBox="1">
            <a:spLocks noGrp="1"/>
          </p:cNvSpPr>
          <p:nvPr>
            <p:ph type="title" idx="3"/>
          </p:nvPr>
        </p:nvSpPr>
        <p:spPr>
          <a:xfrm>
            <a:off x="4987075" y="2903250"/>
            <a:ext cx="26220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52" name="Google Shape;352;p5"/>
          <p:cNvSpPr txBox="1">
            <a:spLocks noGrp="1"/>
          </p:cNvSpPr>
          <p:nvPr>
            <p:ph type="subTitle" idx="4"/>
          </p:nvPr>
        </p:nvSpPr>
        <p:spPr>
          <a:xfrm>
            <a:off x="4987075" y="3299258"/>
            <a:ext cx="2622000" cy="96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53" name="Google Shape;353;p5"/>
          <p:cNvGrpSpPr/>
          <p:nvPr/>
        </p:nvGrpSpPr>
        <p:grpSpPr>
          <a:xfrm>
            <a:off x="1062892" y="4807516"/>
            <a:ext cx="1548000" cy="68100"/>
            <a:chOff x="3980838" y="4076181"/>
            <a:chExt cx="1548000" cy="68100"/>
          </a:xfrm>
        </p:grpSpPr>
        <p:sp>
          <p:nvSpPr>
            <p:cNvPr id="354" name="Google Shape;354;p5"/>
            <p:cNvSpPr/>
            <p:nvPr/>
          </p:nvSpPr>
          <p:spPr>
            <a:xfrm>
              <a:off x="39808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410416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422748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435081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44741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459746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472078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484411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49674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509076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521408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533741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54607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367;p5"/>
          <p:cNvGrpSpPr/>
          <p:nvPr/>
        </p:nvGrpSpPr>
        <p:grpSpPr>
          <a:xfrm rot="5400000" flipH="1">
            <a:off x="-531622" y="163274"/>
            <a:ext cx="1823016" cy="296643"/>
            <a:chOff x="7857346" y="3902355"/>
            <a:chExt cx="1823016" cy="296643"/>
          </a:xfrm>
        </p:grpSpPr>
        <p:sp>
          <p:nvSpPr>
            <p:cNvPr id="368" name="Google Shape;368;p5"/>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 name="Google Shape;374;p5"/>
          <p:cNvGrpSpPr/>
          <p:nvPr/>
        </p:nvGrpSpPr>
        <p:grpSpPr>
          <a:xfrm>
            <a:off x="4664363" y="4961113"/>
            <a:ext cx="1520982" cy="302065"/>
            <a:chOff x="5642557" y="-150670"/>
            <a:chExt cx="1520982" cy="302065"/>
          </a:xfrm>
        </p:grpSpPr>
        <p:sp>
          <p:nvSpPr>
            <p:cNvPr id="375" name="Google Shape;375;p5"/>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5"/>
          <p:cNvGrpSpPr/>
          <p:nvPr/>
        </p:nvGrpSpPr>
        <p:grpSpPr>
          <a:xfrm>
            <a:off x="1557957" y="-107958"/>
            <a:ext cx="1520982" cy="302065"/>
            <a:chOff x="5642557" y="-150670"/>
            <a:chExt cx="1520982" cy="302065"/>
          </a:xfrm>
        </p:grpSpPr>
        <p:sp>
          <p:nvSpPr>
            <p:cNvPr id="381" name="Google Shape;381;p5"/>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5"/>
          <p:cNvGrpSpPr/>
          <p:nvPr/>
        </p:nvGrpSpPr>
        <p:grpSpPr>
          <a:xfrm>
            <a:off x="7855739" y="297302"/>
            <a:ext cx="883262" cy="242091"/>
            <a:chOff x="2300350" y="2601250"/>
            <a:chExt cx="2275275" cy="623625"/>
          </a:xfrm>
        </p:grpSpPr>
        <p:sp>
          <p:nvSpPr>
            <p:cNvPr id="387" name="Google Shape;387;p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5"/>
          <p:cNvGrpSpPr/>
          <p:nvPr/>
        </p:nvGrpSpPr>
        <p:grpSpPr>
          <a:xfrm rot="10800000">
            <a:off x="-214148" y="2709227"/>
            <a:ext cx="883262" cy="242091"/>
            <a:chOff x="2300350" y="2601250"/>
            <a:chExt cx="2275275" cy="623625"/>
          </a:xfrm>
        </p:grpSpPr>
        <p:sp>
          <p:nvSpPr>
            <p:cNvPr id="394" name="Google Shape;394;p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 name="Google Shape;400;p5"/>
          <p:cNvSpPr/>
          <p:nvPr/>
        </p:nvSpPr>
        <p:spPr>
          <a:xfrm rot="5400000" flipH="1">
            <a:off x="8198089" y="410275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5"/>
          <p:cNvGrpSpPr/>
          <p:nvPr/>
        </p:nvGrpSpPr>
        <p:grpSpPr>
          <a:xfrm rot="10800000" flipH="1">
            <a:off x="8250449" y="4623928"/>
            <a:ext cx="883262" cy="242091"/>
            <a:chOff x="2300350" y="2601250"/>
            <a:chExt cx="2275275" cy="623625"/>
          </a:xfrm>
        </p:grpSpPr>
        <p:sp>
          <p:nvSpPr>
            <p:cNvPr id="402" name="Google Shape;402;p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8"/>
        <p:cNvGrpSpPr/>
        <p:nvPr/>
      </p:nvGrpSpPr>
      <p:grpSpPr>
        <a:xfrm>
          <a:off x="0" y="0"/>
          <a:ext cx="0" cy="0"/>
          <a:chOff x="0" y="0"/>
          <a:chExt cx="0" cy="0"/>
        </a:xfrm>
      </p:grpSpPr>
      <p:grpSp>
        <p:nvGrpSpPr>
          <p:cNvPr id="409" name="Google Shape;409;p6"/>
          <p:cNvGrpSpPr/>
          <p:nvPr/>
        </p:nvGrpSpPr>
        <p:grpSpPr>
          <a:xfrm>
            <a:off x="-24" y="-27"/>
            <a:ext cx="9143711" cy="5143338"/>
            <a:chOff x="597550" y="708125"/>
            <a:chExt cx="6449225" cy="4193850"/>
          </a:xfrm>
        </p:grpSpPr>
        <p:sp>
          <p:nvSpPr>
            <p:cNvPr id="410" name="Google Shape;410;p6"/>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6"/>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6"/>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6"/>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6"/>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6"/>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6"/>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6"/>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8" name="Google Shape;448;p6"/>
          <p:cNvSpPr txBox="1">
            <a:spLocks noGrp="1"/>
          </p:cNvSpPr>
          <p:nvPr>
            <p:ph type="title"/>
          </p:nvPr>
        </p:nvSpPr>
        <p:spPr>
          <a:xfrm>
            <a:off x="713100" y="539400"/>
            <a:ext cx="7717800" cy="5727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lvl1pPr lvl="0" algn="ctr">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49" name="Google Shape;449;p6"/>
          <p:cNvSpPr/>
          <p:nvPr/>
        </p:nvSpPr>
        <p:spPr>
          <a:xfrm rot="5400000">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0" name="Google Shape;450;p6"/>
          <p:cNvGrpSpPr/>
          <p:nvPr/>
        </p:nvGrpSpPr>
        <p:grpSpPr>
          <a:xfrm>
            <a:off x="494301" y="4792125"/>
            <a:ext cx="1252897" cy="51000"/>
            <a:chOff x="2915381" y="4104819"/>
            <a:chExt cx="1252897" cy="51000"/>
          </a:xfrm>
        </p:grpSpPr>
        <p:sp>
          <p:nvSpPr>
            <p:cNvPr id="451" name="Google Shape;451;p6"/>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6"/>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6"/>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6"/>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5" name="Google Shape;465;p6"/>
          <p:cNvSpPr/>
          <p:nvPr/>
        </p:nvSpPr>
        <p:spPr>
          <a:xfrm rot="10800000">
            <a:off x="8557211" y="40114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 name="Google Shape;466;p6"/>
          <p:cNvGrpSpPr/>
          <p:nvPr/>
        </p:nvGrpSpPr>
        <p:grpSpPr>
          <a:xfrm rot="5400000">
            <a:off x="8520259" y="4079074"/>
            <a:ext cx="302065" cy="1520982"/>
            <a:chOff x="-108754" y="2690919"/>
            <a:chExt cx="302065" cy="1520982"/>
          </a:xfrm>
        </p:grpSpPr>
        <p:sp>
          <p:nvSpPr>
            <p:cNvPr id="467" name="Google Shape;467;p6"/>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6"/>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6"/>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6"/>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6"/>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6"/>
          <p:cNvGrpSpPr/>
          <p:nvPr/>
        </p:nvGrpSpPr>
        <p:grpSpPr>
          <a:xfrm rot="5400000">
            <a:off x="85100" y="1849625"/>
            <a:ext cx="98902" cy="553090"/>
            <a:chOff x="4898850" y="4820550"/>
            <a:chExt cx="98902" cy="553090"/>
          </a:xfrm>
        </p:grpSpPr>
        <p:sp>
          <p:nvSpPr>
            <p:cNvPr id="473" name="Google Shape;473;p6"/>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6"/>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6"/>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6"/>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6"/>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6"/>
          <p:cNvSpPr/>
          <p:nvPr/>
        </p:nvSpPr>
        <p:spPr>
          <a:xfrm>
            <a:off x="7" y="205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9" name="Google Shape;479;p6"/>
          <p:cNvGrpSpPr/>
          <p:nvPr/>
        </p:nvGrpSpPr>
        <p:grpSpPr>
          <a:xfrm rot="-5400000">
            <a:off x="-148234" y="322631"/>
            <a:ext cx="883262" cy="242091"/>
            <a:chOff x="2300350" y="2601250"/>
            <a:chExt cx="2275275" cy="623625"/>
          </a:xfrm>
        </p:grpSpPr>
        <p:sp>
          <p:nvSpPr>
            <p:cNvPr id="480" name="Google Shape;480;p6"/>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6"/>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6"/>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6"/>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6"/>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6"/>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6"/>
          <p:cNvGrpSpPr/>
          <p:nvPr/>
        </p:nvGrpSpPr>
        <p:grpSpPr>
          <a:xfrm>
            <a:off x="1710357" y="-107958"/>
            <a:ext cx="1520982" cy="302065"/>
            <a:chOff x="5642557" y="-150670"/>
            <a:chExt cx="1520982" cy="302065"/>
          </a:xfrm>
        </p:grpSpPr>
        <p:sp>
          <p:nvSpPr>
            <p:cNvPr id="487" name="Google Shape;487;p6"/>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6"/>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6"/>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6"/>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6"/>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8"/>
        <p:cNvGrpSpPr/>
        <p:nvPr/>
      </p:nvGrpSpPr>
      <p:grpSpPr>
        <a:xfrm>
          <a:off x="0" y="0"/>
          <a:ext cx="0" cy="0"/>
          <a:chOff x="0" y="0"/>
          <a:chExt cx="0" cy="0"/>
        </a:xfrm>
      </p:grpSpPr>
      <p:grpSp>
        <p:nvGrpSpPr>
          <p:cNvPr id="679" name="Google Shape;679;p9"/>
          <p:cNvGrpSpPr/>
          <p:nvPr/>
        </p:nvGrpSpPr>
        <p:grpSpPr>
          <a:xfrm>
            <a:off x="-24" y="-27"/>
            <a:ext cx="9143711" cy="5143338"/>
            <a:chOff x="597550" y="708125"/>
            <a:chExt cx="6449225" cy="4193850"/>
          </a:xfrm>
        </p:grpSpPr>
        <p:sp>
          <p:nvSpPr>
            <p:cNvPr id="680" name="Google Shape;680;p9"/>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9"/>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9"/>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9"/>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9"/>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9"/>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9"/>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9"/>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9"/>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9"/>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9"/>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9"/>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9"/>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9"/>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9"/>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9"/>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9"/>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9"/>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9"/>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9"/>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9"/>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9"/>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9"/>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9"/>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9"/>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8" name="Google Shape;718;p9"/>
          <p:cNvSpPr txBox="1">
            <a:spLocks noGrp="1"/>
          </p:cNvSpPr>
          <p:nvPr>
            <p:ph type="subTitle" idx="1"/>
          </p:nvPr>
        </p:nvSpPr>
        <p:spPr>
          <a:xfrm>
            <a:off x="1656875" y="2480906"/>
            <a:ext cx="5830200" cy="142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19" name="Google Shape;719;p9"/>
          <p:cNvSpPr txBox="1">
            <a:spLocks noGrp="1"/>
          </p:cNvSpPr>
          <p:nvPr>
            <p:ph type="title"/>
          </p:nvPr>
        </p:nvSpPr>
        <p:spPr>
          <a:xfrm>
            <a:off x="1656875" y="1241200"/>
            <a:ext cx="5830200" cy="1169400"/>
          </a:xfrm>
          <a:prstGeom prst="rect">
            <a:avLst/>
          </a:prstGeom>
          <a:effectLst>
            <a:outerShdw blurRad="142875" algn="bl" rotWithShape="0">
              <a:schemeClr val="accent2">
                <a:alpha val="40000"/>
              </a:schemeClr>
            </a:outerShdw>
          </a:effectLst>
        </p:spPr>
        <p:txBody>
          <a:bodyPr spcFirstLastPara="1" wrap="square" lIns="91425" tIns="91425" rIns="91425" bIns="91425" anchor="b"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20" name="Google Shape;720;p9"/>
          <p:cNvSpPr/>
          <p:nvPr/>
        </p:nvSpPr>
        <p:spPr>
          <a:xfrm rot="-5400000">
            <a:off x="348812" y="25800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1" name="Google Shape;721;p9"/>
          <p:cNvGrpSpPr/>
          <p:nvPr/>
        </p:nvGrpSpPr>
        <p:grpSpPr>
          <a:xfrm rot="10800000">
            <a:off x="-11" y="779178"/>
            <a:ext cx="883262" cy="242091"/>
            <a:chOff x="2300350" y="2601250"/>
            <a:chExt cx="2275275" cy="623625"/>
          </a:xfrm>
        </p:grpSpPr>
        <p:sp>
          <p:nvSpPr>
            <p:cNvPr id="722" name="Google Shape;722;p9"/>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9"/>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9"/>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9"/>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9"/>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9"/>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 name="Google Shape;728;p9"/>
          <p:cNvSpPr/>
          <p:nvPr/>
        </p:nvSpPr>
        <p:spPr>
          <a:xfrm rot="5400000">
            <a:off x="1495470"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9"/>
          <p:cNvSpPr/>
          <p:nvPr/>
        </p:nvSpPr>
        <p:spPr>
          <a:xfrm rot="5400000">
            <a:off x="1774770"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9"/>
          <p:cNvSpPr/>
          <p:nvPr/>
        </p:nvSpPr>
        <p:spPr>
          <a:xfrm>
            <a:off x="8557212" y="-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1" name="Google Shape;731;p9"/>
          <p:cNvGrpSpPr/>
          <p:nvPr/>
        </p:nvGrpSpPr>
        <p:grpSpPr>
          <a:xfrm>
            <a:off x="-1414555" y="3287329"/>
            <a:ext cx="2297800" cy="347400"/>
            <a:chOff x="-1414555" y="3439729"/>
            <a:chExt cx="2297800" cy="347400"/>
          </a:xfrm>
        </p:grpSpPr>
        <p:sp>
          <p:nvSpPr>
            <p:cNvPr id="732" name="Google Shape;732;p9"/>
            <p:cNvSpPr/>
            <p:nvPr/>
          </p:nvSpPr>
          <p:spPr>
            <a:xfrm>
              <a:off x="-1414555" y="37190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9"/>
            <p:cNvSpPr/>
            <p:nvPr/>
          </p:nvSpPr>
          <p:spPr>
            <a:xfrm>
              <a:off x="-1111455" y="34397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9"/>
          <p:cNvGrpSpPr/>
          <p:nvPr/>
        </p:nvGrpSpPr>
        <p:grpSpPr>
          <a:xfrm>
            <a:off x="5512632" y="-116346"/>
            <a:ext cx="1520982" cy="302065"/>
            <a:chOff x="5642557" y="-150670"/>
            <a:chExt cx="1520982" cy="302065"/>
          </a:xfrm>
        </p:grpSpPr>
        <p:sp>
          <p:nvSpPr>
            <p:cNvPr id="735" name="Google Shape;735;p9"/>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9"/>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9"/>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9"/>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9"/>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9"/>
          <p:cNvGrpSpPr/>
          <p:nvPr/>
        </p:nvGrpSpPr>
        <p:grpSpPr>
          <a:xfrm rot="10800000" flipH="1">
            <a:off x="7918521" y="1923880"/>
            <a:ext cx="1823016" cy="296643"/>
            <a:chOff x="7857346" y="3902355"/>
            <a:chExt cx="1823016" cy="296643"/>
          </a:xfrm>
        </p:grpSpPr>
        <p:sp>
          <p:nvSpPr>
            <p:cNvPr id="741" name="Google Shape;741;p9"/>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9"/>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9"/>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9"/>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9"/>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9"/>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9"/>
          <p:cNvGrpSpPr/>
          <p:nvPr/>
        </p:nvGrpSpPr>
        <p:grpSpPr>
          <a:xfrm flipH="1">
            <a:off x="-799254" y="2157805"/>
            <a:ext cx="1823016" cy="196994"/>
            <a:chOff x="7857346" y="4002005"/>
            <a:chExt cx="1823016" cy="196994"/>
          </a:xfrm>
        </p:grpSpPr>
        <p:sp>
          <p:nvSpPr>
            <p:cNvPr id="748" name="Google Shape;748;p9"/>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9"/>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9"/>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9"/>
          <p:cNvGrpSpPr/>
          <p:nvPr/>
        </p:nvGrpSpPr>
        <p:grpSpPr>
          <a:xfrm>
            <a:off x="8331253" y="3180067"/>
            <a:ext cx="1105976" cy="133969"/>
            <a:chOff x="8183182" y="663852"/>
            <a:chExt cx="1475028" cy="178673"/>
          </a:xfrm>
        </p:grpSpPr>
        <p:grpSp>
          <p:nvGrpSpPr>
            <p:cNvPr id="752" name="Google Shape;752;p9"/>
            <p:cNvGrpSpPr/>
            <p:nvPr/>
          </p:nvGrpSpPr>
          <p:grpSpPr>
            <a:xfrm>
              <a:off x="8183182" y="774425"/>
              <a:ext cx="1178025" cy="68100"/>
              <a:chOff x="2024450" y="204150"/>
              <a:chExt cx="1178025" cy="68100"/>
            </a:xfrm>
          </p:grpSpPr>
          <p:sp>
            <p:nvSpPr>
              <p:cNvPr id="753" name="Google Shape;753;p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 name="Google Shape;763;p9"/>
            <p:cNvGrpSpPr/>
            <p:nvPr/>
          </p:nvGrpSpPr>
          <p:grpSpPr>
            <a:xfrm>
              <a:off x="8480185" y="663852"/>
              <a:ext cx="1178025" cy="68100"/>
              <a:chOff x="2024450" y="204150"/>
              <a:chExt cx="1178025" cy="68100"/>
            </a:xfrm>
          </p:grpSpPr>
          <p:sp>
            <p:nvSpPr>
              <p:cNvPr id="764" name="Google Shape;764;p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4" name="Google Shape;774;p9"/>
          <p:cNvGrpSpPr/>
          <p:nvPr/>
        </p:nvGrpSpPr>
        <p:grpSpPr>
          <a:xfrm rot="5400000">
            <a:off x="85100" y="4288025"/>
            <a:ext cx="98902" cy="553090"/>
            <a:chOff x="4898850" y="4820550"/>
            <a:chExt cx="98902" cy="553090"/>
          </a:xfrm>
        </p:grpSpPr>
        <p:sp>
          <p:nvSpPr>
            <p:cNvPr id="775" name="Google Shape;775;p9"/>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9"/>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9"/>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9"/>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9"/>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80"/>
        <p:cNvGrpSpPr/>
        <p:nvPr/>
      </p:nvGrpSpPr>
      <p:grpSpPr>
        <a:xfrm>
          <a:off x="0" y="0"/>
          <a:ext cx="0" cy="0"/>
          <a:chOff x="0" y="0"/>
          <a:chExt cx="0" cy="0"/>
        </a:xfrm>
      </p:grpSpPr>
      <p:sp>
        <p:nvSpPr>
          <p:cNvPr id="781" name="Google Shape;781;p10"/>
          <p:cNvSpPr txBox="1">
            <a:spLocks noGrp="1"/>
          </p:cNvSpPr>
          <p:nvPr>
            <p:ph type="body" idx="1"/>
          </p:nvPr>
        </p:nvSpPr>
        <p:spPr>
          <a:xfrm>
            <a:off x="1109550" y="4079027"/>
            <a:ext cx="6924900" cy="449700"/>
          </a:xfrm>
          <a:prstGeom prst="rect">
            <a:avLst/>
          </a:prstGeom>
          <a:solidFill>
            <a:schemeClr val="lt2"/>
          </a:solidFill>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SzPts val="1400"/>
              <a:buNone/>
              <a:defRPr sz="2400" b="1">
                <a:latin typeface="Exo"/>
                <a:ea typeface="Exo"/>
                <a:cs typeface="Exo"/>
                <a:sym typeface="Exo"/>
              </a:defRPr>
            </a:lvl1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2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3">
    <p:spTree>
      <p:nvGrpSpPr>
        <p:cNvPr id="1" name="Shape 1063"/>
        <p:cNvGrpSpPr/>
        <p:nvPr/>
      </p:nvGrpSpPr>
      <p:grpSpPr>
        <a:xfrm>
          <a:off x="0" y="0"/>
          <a:ext cx="0" cy="0"/>
          <a:chOff x="0" y="0"/>
          <a:chExt cx="0" cy="0"/>
        </a:xfrm>
      </p:grpSpPr>
      <p:grpSp>
        <p:nvGrpSpPr>
          <p:cNvPr id="1064" name="Google Shape;1064;p14"/>
          <p:cNvGrpSpPr/>
          <p:nvPr/>
        </p:nvGrpSpPr>
        <p:grpSpPr>
          <a:xfrm>
            <a:off x="-24" y="-27"/>
            <a:ext cx="9143711" cy="5143338"/>
            <a:chOff x="597550" y="708125"/>
            <a:chExt cx="6449225" cy="4193850"/>
          </a:xfrm>
        </p:grpSpPr>
        <p:sp>
          <p:nvSpPr>
            <p:cNvPr id="1065" name="Google Shape;1065;p14"/>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4"/>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4"/>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4"/>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4"/>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4"/>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4"/>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4"/>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4"/>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4"/>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4"/>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4"/>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4"/>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4"/>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4"/>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4"/>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4"/>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4"/>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4"/>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4"/>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4"/>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4"/>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4"/>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4"/>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4"/>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4"/>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4"/>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4"/>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4"/>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4"/>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4"/>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4"/>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4"/>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4"/>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4"/>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4"/>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4"/>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4"/>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3" name="Google Shape;1103;p14"/>
          <p:cNvSpPr txBox="1">
            <a:spLocks noGrp="1"/>
          </p:cNvSpPr>
          <p:nvPr>
            <p:ph type="title"/>
          </p:nvPr>
        </p:nvSpPr>
        <p:spPr>
          <a:xfrm>
            <a:off x="1858000" y="3253511"/>
            <a:ext cx="5428800" cy="4344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lvl1pPr lvl="0" algn="ctr" rtl="0">
              <a:spcBef>
                <a:spcPts val="0"/>
              </a:spcBef>
              <a:spcAft>
                <a:spcPts val="0"/>
              </a:spcAft>
              <a:buSzPts val="2000"/>
              <a:buNone/>
              <a:defRPr sz="2000">
                <a:solidFill>
                  <a:schemeClr val="accent2"/>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104" name="Google Shape;1104;p14"/>
          <p:cNvSpPr txBox="1">
            <a:spLocks noGrp="1"/>
          </p:cNvSpPr>
          <p:nvPr>
            <p:ph type="subTitle" idx="1"/>
          </p:nvPr>
        </p:nvSpPr>
        <p:spPr>
          <a:xfrm>
            <a:off x="2262900" y="1459638"/>
            <a:ext cx="4618200" cy="16776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SzPts val="2600"/>
              <a:buNone/>
              <a:defRPr sz="2600"/>
            </a:lvl1pPr>
            <a:lvl2pPr lvl="1" algn="ctr" rtl="0">
              <a:lnSpc>
                <a:spcPct val="100000"/>
              </a:lnSpc>
              <a:spcBef>
                <a:spcPts val="0"/>
              </a:spcBef>
              <a:spcAft>
                <a:spcPts val="0"/>
              </a:spcAft>
              <a:buSzPts val="2600"/>
              <a:buNone/>
              <a:defRPr sz="2600"/>
            </a:lvl2pPr>
            <a:lvl3pPr lvl="2" algn="ctr" rtl="0">
              <a:lnSpc>
                <a:spcPct val="100000"/>
              </a:lnSpc>
              <a:spcBef>
                <a:spcPts val="0"/>
              </a:spcBef>
              <a:spcAft>
                <a:spcPts val="0"/>
              </a:spcAft>
              <a:buSzPts val="2600"/>
              <a:buNone/>
              <a:defRPr sz="2600"/>
            </a:lvl3pPr>
            <a:lvl4pPr lvl="3" algn="ctr" rtl="0">
              <a:lnSpc>
                <a:spcPct val="100000"/>
              </a:lnSpc>
              <a:spcBef>
                <a:spcPts val="0"/>
              </a:spcBef>
              <a:spcAft>
                <a:spcPts val="0"/>
              </a:spcAft>
              <a:buSzPts val="2600"/>
              <a:buNone/>
              <a:defRPr sz="2600"/>
            </a:lvl4pPr>
            <a:lvl5pPr lvl="4" algn="ctr" rtl="0">
              <a:lnSpc>
                <a:spcPct val="100000"/>
              </a:lnSpc>
              <a:spcBef>
                <a:spcPts val="0"/>
              </a:spcBef>
              <a:spcAft>
                <a:spcPts val="0"/>
              </a:spcAft>
              <a:buSzPts val="2600"/>
              <a:buNone/>
              <a:defRPr sz="2600"/>
            </a:lvl5pPr>
            <a:lvl6pPr lvl="5" algn="ctr" rtl="0">
              <a:lnSpc>
                <a:spcPct val="100000"/>
              </a:lnSpc>
              <a:spcBef>
                <a:spcPts val="0"/>
              </a:spcBef>
              <a:spcAft>
                <a:spcPts val="0"/>
              </a:spcAft>
              <a:buSzPts val="2600"/>
              <a:buNone/>
              <a:defRPr sz="2600"/>
            </a:lvl6pPr>
            <a:lvl7pPr lvl="6" algn="ctr" rtl="0">
              <a:lnSpc>
                <a:spcPct val="100000"/>
              </a:lnSpc>
              <a:spcBef>
                <a:spcPts val="0"/>
              </a:spcBef>
              <a:spcAft>
                <a:spcPts val="0"/>
              </a:spcAft>
              <a:buSzPts val="2600"/>
              <a:buNone/>
              <a:defRPr sz="2600"/>
            </a:lvl7pPr>
            <a:lvl8pPr lvl="7" algn="ctr" rtl="0">
              <a:lnSpc>
                <a:spcPct val="100000"/>
              </a:lnSpc>
              <a:spcBef>
                <a:spcPts val="0"/>
              </a:spcBef>
              <a:spcAft>
                <a:spcPts val="0"/>
              </a:spcAft>
              <a:buSzPts val="2600"/>
              <a:buNone/>
              <a:defRPr sz="2600"/>
            </a:lvl8pPr>
            <a:lvl9pPr lvl="8" algn="ctr" rtl="0">
              <a:lnSpc>
                <a:spcPct val="100000"/>
              </a:lnSpc>
              <a:spcBef>
                <a:spcPts val="0"/>
              </a:spcBef>
              <a:spcAft>
                <a:spcPts val="0"/>
              </a:spcAft>
              <a:buSzPts val="2600"/>
              <a:buNone/>
              <a:defRPr sz="2600"/>
            </a:lvl9pPr>
          </a:lstStyle>
          <a:p>
            <a:endParaRPr/>
          </a:p>
        </p:txBody>
      </p:sp>
      <p:sp>
        <p:nvSpPr>
          <p:cNvPr id="1105" name="Google Shape;1105;p14"/>
          <p:cNvSpPr/>
          <p:nvPr/>
        </p:nvSpPr>
        <p:spPr>
          <a:xfrm rot="-5400000" flipH="1">
            <a:off x="348818" y="4207899"/>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6" name="Google Shape;1106;p14"/>
          <p:cNvGrpSpPr/>
          <p:nvPr/>
        </p:nvGrpSpPr>
        <p:grpSpPr>
          <a:xfrm rot="-5400000">
            <a:off x="6107446" y="30626"/>
            <a:ext cx="1823016" cy="296643"/>
            <a:chOff x="7857346" y="3902355"/>
            <a:chExt cx="1823016" cy="296643"/>
          </a:xfrm>
        </p:grpSpPr>
        <p:sp>
          <p:nvSpPr>
            <p:cNvPr id="1107" name="Google Shape;1107;p14"/>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4"/>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4"/>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4"/>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4"/>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4"/>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3" name="Google Shape;1113;p14"/>
          <p:cNvSpPr/>
          <p:nvPr/>
        </p:nvSpPr>
        <p:spPr>
          <a:xfrm flipH="1">
            <a:off x="8088870" y="21452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4" name="Google Shape;1114;p14"/>
          <p:cNvGrpSpPr/>
          <p:nvPr/>
        </p:nvGrpSpPr>
        <p:grpSpPr>
          <a:xfrm>
            <a:off x="8658746" y="2958680"/>
            <a:ext cx="1823016" cy="196994"/>
            <a:chOff x="7857346" y="4002005"/>
            <a:chExt cx="1823016" cy="196994"/>
          </a:xfrm>
        </p:grpSpPr>
        <p:sp>
          <p:nvSpPr>
            <p:cNvPr id="1115" name="Google Shape;1115;p14"/>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4"/>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4"/>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8" name="Google Shape;1118;p14"/>
          <p:cNvSpPr/>
          <p:nvPr/>
        </p:nvSpPr>
        <p:spPr>
          <a:xfrm rot="5400000">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4"/>
          <p:cNvSpPr/>
          <p:nvPr/>
        </p:nvSpPr>
        <p:spPr>
          <a:xfrm>
            <a:off x="16995" y="850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0" name="Google Shape;1120;p14"/>
          <p:cNvGrpSpPr/>
          <p:nvPr/>
        </p:nvGrpSpPr>
        <p:grpSpPr>
          <a:xfrm rot="-5400000">
            <a:off x="338683" y="-295650"/>
            <a:ext cx="302065" cy="1520982"/>
            <a:chOff x="-108754" y="2690919"/>
            <a:chExt cx="302065" cy="1520982"/>
          </a:xfrm>
        </p:grpSpPr>
        <p:sp>
          <p:nvSpPr>
            <p:cNvPr id="1121" name="Google Shape;1121;p14"/>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4"/>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4"/>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4"/>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4"/>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 name="Google Shape;1126;p14"/>
          <p:cNvGrpSpPr/>
          <p:nvPr/>
        </p:nvGrpSpPr>
        <p:grpSpPr>
          <a:xfrm>
            <a:off x="4296532" y="4950349"/>
            <a:ext cx="1520982" cy="302065"/>
            <a:chOff x="5642557" y="-150670"/>
            <a:chExt cx="1520982" cy="302065"/>
          </a:xfrm>
        </p:grpSpPr>
        <p:sp>
          <p:nvSpPr>
            <p:cNvPr id="1127" name="Google Shape;1127;p14"/>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4"/>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4"/>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4"/>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4"/>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 name="Google Shape;1132;p14"/>
          <p:cNvGrpSpPr/>
          <p:nvPr/>
        </p:nvGrpSpPr>
        <p:grpSpPr>
          <a:xfrm rot="5400000">
            <a:off x="6750925" y="4175162"/>
            <a:ext cx="98902" cy="553090"/>
            <a:chOff x="4898850" y="4820550"/>
            <a:chExt cx="98902" cy="553090"/>
          </a:xfrm>
        </p:grpSpPr>
        <p:sp>
          <p:nvSpPr>
            <p:cNvPr id="1133" name="Google Shape;1133;p14"/>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4"/>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4"/>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4"/>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4"/>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8" name="Google Shape;1138;p14"/>
          <p:cNvGrpSpPr/>
          <p:nvPr/>
        </p:nvGrpSpPr>
        <p:grpSpPr>
          <a:xfrm>
            <a:off x="-1414555" y="3744529"/>
            <a:ext cx="2297800" cy="347400"/>
            <a:chOff x="-1414555" y="3744529"/>
            <a:chExt cx="2297800" cy="347400"/>
          </a:xfrm>
        </p:grpSpPr>
        <p:sp>
          <p:nvSpPr>
            <p:cNvPr id="1139" name="Google Shape;1139;p14"/>
            <p:cNvSpPr/>
            <p:nvPr/>
          </p:nvSpPr>
          <p:spPr>
            <a:xfrm>
              <a:off x="-1414555" y="40238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4"/>
            <p:cNvSpPr/>
            <p:nvPr/>
          </p:nvSpPr>
          <p:spPr>
            <a:xfrm>
              <a:off x="-1111455" y="37445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 name="Google Shape;1141;p14"/>
          <p:cNvGrpSpPr/>
          <p:nvPr/>
        </p:nvGrpSpPr>
        <p:grpSpPr>
          <a:xfrm rot="10800000">
            <a:off x="-155261" y="2431003"/>
            <a:ext cx="883262" cy="242091"/>
            <a:chOff x="2300350" y="2601250"/>
            <a:chExt cx="2275275" cy="623625"/>
          </a:xfrm>
        </p:grpSpPr>
        <p:sp>
          <p:nvSpPr>
            <p:cNvPr id="1142" name="Google Shape;1142;p14"/>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4"/>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4"/>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4"/>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4"/>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4"/>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BLANK_4">
    <p:spTree>
      <p:nvGrpSpPr>
        <p:cNvPr id="1" name="Shape 1148"/>
        <p:cNvGrpSpPr/>
        <p:nvPr/>
      </p:nvGrpSpPr>
      <p:grpSpPr>
        <a:xfrm>
          <a:off x="0" y="0"/>
          <a:ext cx="0" cy="0"/>
          <a:chOff x="0" y="0"/>
          <a:chExt cx="0" cy="0"/>
        </a:xfrm>
      </p:grpSpPr>
      <p:grpSp>
        <p:nvGrpSpPr>
          <p:cNvPr id="1149" name="Google Shape;1149;p15"/>
          <p:cNvGrpSpPr/>
          <p:nvPr/>
        </p:nvGrpSpPr>
        <p:grpSpPr>
          <a:xfrm>
            <a:off x="-24" y="-27"/>
            <a:ext cx="9143711" cy="5143338"/>
            <a:chOff x="597550" y="708125"/>
            <a:chExt cx="6449225" cy="4193850"/>
          </a:xfrm>
        </p:grpSpPr>
        <p:sp>
          <p:nvSpPr>
            <p:cNvPr id="1150" name="Google Shape;1150;p15"/>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5"/>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5"/>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5"/>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5"/>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5"/>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5"/>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5"/>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5"/>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5"/>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5"/>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5"/>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5"/>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5"/>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5"/>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5"/>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5"/>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5"/>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5"/>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5"/>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5"/>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5"/>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5"/>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5"/>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5"/>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5"/>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5"/>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5"/>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5"/>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5"/>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5"/>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5"/>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5"/>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5"/>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5"/>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5"/>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5"/>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5"/>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8" name="Google Shape;1188;p15"/>
          <p:cNvSpPr txBox="1">
            <a:spLocks noGrp="1"/>
          </p:cNvSpPr>
          <p:nvPr>
            <p:ph type="title"/>
          </p:nvPr>
        </p:nvSpPr>
        <p:spPr>
          <a:xfrm>
            <a:off x="864525" y="2215425"/>
            <a:ext cx="6772200" cy="813600"/>
          </a:xfrm>
          <a:prstGeom prst="rect">
            <a:avLst/>
          </a:prstGeom>
          <a:effectLst>
            <a:outerShdw blurRad="142875" algn="bl" rotWithShape="0">
              <a:schemeClr val="accent2">
                <a:alpha val="40000"/>
              </a:schemeClr>
            </a:outerShdw>
          </a:effectLst>
        </p:spPr>
        <p:txBody>
          <a:bodyPr spcFirstLastPara="1" wrap="square" lIns="91425" tIns="91425" rIns="91425" bIns="91425" anchor="b" anchorCtr="0">
            <a:noAutofit/>
          </a:bodyPr>
          <a:lstStyle>
            <a:lvl1pPr lvl="0"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89" name="Google Shape;1189;p15"/>
          <p:cNvSpPr txBox="1">
            <a:spLocks noGrp="1"/>
          </p:cNvSpPr>
          <p:nvPr>
            <p:ph type="subTitle" idx="1"/>
          </p:nvPr>
        </p:nvSpPr>
        <p:spPr>
          <a:xfrm>
            <a:off x="864525" y="3045400"/>
            <a:ext cx="6646200" cy="70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8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190" name="Google Shape;1190;p15"/>
          <p:cNvSpPr txBox="1">
            <a:spLocks noGrp="1"/>
          </p:cNvSpPr>
          <p:nvPr>
            <p:ph type="title" idx="2" hasCustomPrompt="1"/>
          </p:nvPr>
        </p:nvSpPr>
        <p:spPr>
          <a:xfrm>
            <a:off x="864525" y="910725"/>
            <a:ext cx="2130300" cy="1304700"/>
          </a:xfrm>
          <a:prstGeom prst="rect">
            <a:avLst/>
          </a:prstGeom>
          <a:effectLst>
            <a:outerShdw blurRad="57150" algn="bl" rotWithShape="0">
              <a:schemeClr val="accent2"/>
            </a:outerShdw>
          </a:effectLst>
        </p:spPr>
        <p:txBody>
          <a:bodyPr spcFirstLastPara="1" wrap="square" lIns="91425" tIns="91425" rIns="91425" bIns="91425" anchor="ctr" anchorCtr="0">
            <a:noAutofit/>
          </a:bodyPr>
          <a:lstStyle>
            <a:lvl1pPr lvl="0" rtl="0">
              <a:spcBef>
                <a:spcPts val="0"/>
              </a:spcBef>
              <a:spcAft>
                <a:spcPts val="0"/>
              </a:spcAft>
              <a:buClr>
                <a:schemeClr val="accent2"/>
              </a:buClr>
              <a:buSzPts val="8000"/>
              <a:buNone/>
              <a:defRPr sz="8000">
                <a:solidFill>
                  <a:schemeClr val="accent2"/>
                </a:solidFill>
              </a:defRPr>
            </a:lvl1pPr>
            <a:lvl2pPr lvl="1" algn="ctr" rtl="0">
              <a:spcBef>
                <a:spcPts val="0"/>
              </a:spcBef>
              <a:spcAft>
                <a:spcPts val="0"/>
              </a:spcAft>
              <a:buClr>
                <a:schemeClr val="accent2"/>
              </a:buClr>
              <a:buSzPts val="8000"/>
              <a:buNone/>
              <a:defRPr sz="8000">
                <a:solidFill>
                  <a:schemeClr val="accent2"/>
                </a:solidFill>
              </a:defRPr>
            </a:lvl2pPr>
            <a:lvl3pPr lvl="2" algn="ctr" rtl="0">
              <a:spcBef>
                <a:spcPts val="0"/>
              </a:spcBef>
              <a:spcAft>
                <a:spcPts val="0"/>
              </a:spcAft>
              <a:buClr>
                <a:schemeClr val="accent2"/>
              </a:buClr>
              <a:buSzPts val="8000"/>
              <a:buNone/>
              <a:defRPr sz="8000">
                <a:solidFill>
                  <a:schemeClr val="accent2"/>
                </a:solidFill>
              </a:defRPr>
            </a:lvl3pPr>
            <a:lvl4pPr lvl="3" algn="ctr" rtl="0">
              <a:spcBef>
                <a:spcPts val="0"/>
              </a:spcBef>
              <a:spcAft>
                <a:spcPts val="0"/>
              </a:spcAft>
              <a:buClr>
                <a:schemeClr val="accent2"/>
              </a:buClr>
              <a:buSzPts val="8000"/>
              <a:buNone/>
              <a:defRPr sz="8000">
                <a:solidFill>
                  <a:schemeClr val="accent2"/>
                </a:solidFill>
              </a:defRPr>
            </a:lvl4pPr>
            <a:lvl5pPr lvl="4" algn="ctr" rtl="0">
              <a:spcBef>
                <a:spcPts val="0"/>
              </a:spcBef>
              <a:spcAft>
                <a:spcPts val="0"/>
              </a:spcAft>
              <a:buClr>
                <a:schemeClr val="accent2"/>
              </a:buClr>
              <a:buSzPts val="8000"/>
              <a:buNone/>
              <a:defRPr sz="8000">
                <a:solidFill>
                  <a:schemeClr val="accent2"/>
                </a:solidFill>
              </a:defRPr>
            </a:lvl5pPr>
            <a:lvl6pPr lvl="5" algn="ctr" rtl="0">
              <a:spcBef>
                <a:spcPts val="0"/>
              </a:spcBef>
              <a:spcAft>
                <a:spcPts val="0"/>
              </a:spcAft>
              <a:buClr>
                <a:schemeClr val="accent2"/>
              </a:buClr>
              <a:buSzPts val="8000"/>
              <a:buNone/>
              <a:defRPr sz="8000">
                <a:solidFill>
                  <a:schemeClr val="accent2"/>
                </a:solidFill>
              </a:defRPr>
            </a:lvl6pPr>
            <a:lvl7pPr lvl="6" algn="ctr" rtl="0">
              <a:spcBef>
                <a:spcPts val="0"/>
              </a:spcBef>
              <a:spcAft>
                <a:spcPts val="0"/>
              </a:spcAft>
              <a:buClr>
                <a:schemeClr val="accent2"/>
              </a:buClr>
              <a:buSzPts val="8000"/>
              <a:buNone/>
              <a:defRPr sz="8000">
                <a:solidFill>
                  <a:schemeClr val="accent2"/>
                </a:solidFill>
              </a:defRPr>
            </a:lvl7pPr>
            <a:lvl8pPr lvl="7" algn="ctr" rtl="0">
              <a:spcBef>
                <a:spcPts val="0"/>
              </a:spcBef>
              <a:spcAft>
                <a:spcPts val="0"/>
              </a:spcAft>
              <a:buClr>
                <a:schemeClr val="accent2"/>
              </a:buClr>
              <a:buSzPts val="8000"/>
              <a:buNone/>
              <a:defRPr sz="8000">
                <a:solidFill>
                  <a:schemeClr val="accent2"/>
                </a:solidFill>
              </a:defRPr>
            </a:lvl8pPr>
            <a:lvl9pPr lvl="8" algn="ctr" rtl="0">
              <a:spcBef>
                <a:spcPts val="0"/>
              </a:spcBef>
              <a:spcAft>
                <a:spcPts val="0"/>
              </a:spcAft>
              <a:buClr>
                <a:schemeClr val="accent2"/>
              </a:buClr>
              <a:buSzPts val="8000"/>
              <a:buNone/>
              <a:defRPr sz="8000">
                <a:solidFill>
                  <a:schemeClr val="accent2"/>
                </a:solidFill>
              </a:defRPr>
            </a:lvl9pPr>
          </a:lstStyle>
          <a:p>
            <a:r>
              <a:t>xx%</a:t>
            </a:r>
          </a:p>
        </p:txBody>
      </p:sp>
      <p:grpSp>
        <p:nvGrpSpPr>
          <p:cNvPr id="1191" name="Google Shape;1191;p15"/>
          <p:cNvGrpSpPr/>
          <p:nvPr/>
        </p:nvGrpSpPr>
        <p:grpSpPr>
          <a:xfrm rot="5400000">
            <a:off x="-32670" y="1621025"/>
            <a:ext cx="98902" cy="553090"/>
            <a:chOff x="4898850" y="4820550"/>
            <a:chExt cx="98902" cy="553090"/>
          </a:xfrm>
        </p:grpSpPr>
        <p:sp>
          <p:nvSpPr>
            <p:cNvPr id="1192" name="Google Shape;1192;p15"/>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5"/>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5"/>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5"/>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5"/>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7" name="Google Shape;1197;p15"/>
          <p:cNvSpPr/>
          <p:nvPr/>
        </p:nvSpPr>
        <p:spPr>
          <a:xfrm rot="-5400000">
            <a:off x="348818" y="3906123"/>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5"/>
          <p:cNvSpPr/>
          <p:nvPr/>
        </p:nvSpPr>
        <p:spPr>
          <a:xfrm rot="5400000">
            <a:off x="-562205" y="-3395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5"/>
          <p:cNvSpPr/>
          <p:nvPr/>
        </p:nvSpPr>
        <p:spPr>
          <a:xfrm rot="5400000">
            <a:off x="-282905" y="-364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5"/>
          <p:cNvSpPr/>
          <p:nvPr/>
        </p:nvSpPr>
        <p:spPr>
          <a:xfrm rot="10800000" flipH="1">
            <a:off x="2891470" y="48422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5"/>
          <p:cNvSpPr/>
          <p:nvPr/>
        </p:nvSpPr>
        <p:spPr>
          <a:xfrm>
            <a:off x="8535575" y="-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2" name="Google Shape;1202;p15"/>
          <p:cNvGrpSpPr/>
          <p:nvPr/>
        </p:nvGrpSpPr>
        <p:grpSpPr>
          <a:xfrm flipH="1">
            <a:off x="7898009" y="350736"/>
            <a:ext cx="1520982" cy="302065"/>
            <a:chOff x="5642557" y="-150670"/>
            <a:chExt cx="1520982" cy="302065"/>
          </a:xfrm>
        </p:grpSpPr>
        <p:sp>
          <p:nvSpPr>
            <p:cNvPr id="1203" name="Google Shape;1203;p15"/>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5"/>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5"/>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5"/>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5"/>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15"/>
          <p:cNvGrpSpPr/>
          <p:nvPr/>
        </p:nvGrpSpPr>
        <p:grpSpPr>
          <a:xfrm rot="5400000">
            <a:off x="109552" y="1954025"/>
            <a:ext cx="98902" cy="553090"/>
            <a:chOff x="4898850" y="4820550"/>
            <a:chExt cx="98902" cy="553090"/>
          </a:xfrm>
        </p:grpSpPr>
        <p:sp>
          <p:nvSpPr>
            <p:cNvPr id="1209" name="Google Shape;1209;p15"/>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5"/>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5"/>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5"/>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5"/>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4" name="Google Shape;1214;p15"/>
          <p:cNvGrpSpPr/>
          <p:nvPr/>
        </p:nvGrpSpPr>
        <p:grpSpPr>
          <a:xfrm>
            <a:off x="4682157" y="-107958"/>
            <a:ext cx="1520982" cy="302065"/>
            <a:chOff x="5642557" y="-150670"/>
            <a:chExt cx="1520982" cy="302065"/>
          </a:xfrm>
        </p:grpSpPr>
        <p:sp>
          <p:nvSpPr>
            <p:cNvPr id="1215" name="Google Shape;1215;p15"/>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5"/>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5"/>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5"/>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5"/>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0" name="Google Shape;1220;p15"/>
          <p:cNvGrpSpPr/>
          <p:nvPr/>
        </p:nvGrpSpPr>
        <p:grpSpPr>
          <a:xfrm>
            <a:off x="7881845" y="4336579"/>
            <a:ext cx="2297800" cy="347400"/>
            <a:chOff x="7881845" y="4031779"/>
            <a:chExt cx="2297800" cy="347400"/>
          </a:xfrm>
        </p:grpSpPr>
        <p:sp>
          <p:nvSpPr>
            <p:cNvPr id="1221" name="Google Shape;1221;p15"/>
            <p:cNvSpPr/>
            <p:nvPr/>
          </p:nvSpPr>
          <p:spPr>
            <a:xfrm flipH="1">
              <a:off x="8184945" y="43110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5"/>
            <p:cNvSpPr/>
            <p:nvPr/>
          </p:nvSpPr>
          <p:spPr>
            <a:xfrm flipH="1">
              <a:off x="7881845" y="40317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BLANK_9">
    <p:spTree>
      <p:nvGrpSpPr>
        <p:cNvPr id="1" name="Shape 1303"/>
        <p:cNvGrpSpPr/>
        <p:nvPr/>
      </p:nvGrpSpPr>
      <p:grpSpPr>
        <a:xfrm>
          <a:off x="0" y="0"/>
          <a:ext cx="0" cy="0"/>
          <a:chOff x="0" y="0"/>
          <a:chExt cx="0" cy="0"/>
        </a:xfrm>
      </p:grpSpPr>
      <p:grpSp>
        <p:nvGrpSpPr>
          <p:cNvPr id="1304" name="Google Shape;1304;p17"/>
          <p:cNvGrpSpPr/>
          <p:nvPr/>
        </p:nvGrpSpPr>
        <p:grpSpPr>
          <a:xfrm>
            <a:off x="-24" y="-27"/>
            <a:ext cx="9143711" cy="5143338"/>
            <a:chOff x="597550" y="708125"/>
            <a:chExt cx="6449225" cy="4193850"/>
          </a:xfrm>
        </p:grpSpPr>
        <p:sp>
          <p:nvSpPr>
            <p:cNvPr id="1305" name="Google Shape;1305;p17"/>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7"/>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7"/>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7"/>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7"/>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7"/>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7"/>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7"/>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7"/>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7"/>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7"/>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7"/>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7"/>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7"/>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7"/>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7"/>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7"/>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7"/>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7"/>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7"/>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7"/>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7"/>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7"/>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7"/>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7"/>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7"/>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7"/>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7"/>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7"/>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7"/>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7"/>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7"/>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7"/>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7"/>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7"/>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7"/>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7"/>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7"/>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3" name="Google Shape;1343;p17"/>
          <p:cNvSpPr txBox="1">
            <a:spLocks noGrp="1"/>
          </p:cNvSpPr>
          <p:nvPr>
            <p:ph type="title"/>
          </p:nvPr>
        </p:nvSpPr>
        <p:spPr>
          <a:xfrm>
            <a:off x="713100" y="1088819"/>
            <a:ext cx="4401600" cy="1198800"/>
          </a:xfrm>
          <a:prstGeom prst="rect">
            <a:avLst/>
          </a:prstGeom>
          <a:effectLst>
            <a:outerShdw blurRad="157163" algn="bl" rotWithShape="0">
              <a:schemeClr val="accent2">
                <a:alpha val="40000"/>
              </a:schemeClr>
            </a:outerShdw>
          </a:effectLst>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344" name="Google Shape;1344;p17"/>
          <p:cNvSpPr txBox="1">
            <a:spLocks noGrp="1"/>
          </p:cNvSpPr>
          <p:nvPr>
            <p:ph type="subTitle" idx="1"/>
          </p:nvPr>
        </p:nvSpPr>
        <p:spPr>
          <a:xfrm>
            <a:off x="713100" y="2357881"/>
            <a:ext cx="4401600" cy="169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345" name="Google Shape;1345;p17"/>
          <p:cNvGrpSpPr/>
          <p:nvPr/>
        </p:nvGrpSpPr>
        <p:grpSpPr>
          <a:xfrm>
            <a:off x="8137507" y="-109362"/>
            <a:ext cx="586800" cy="1284435"/>
            <a:chOff x="8137507" y="-109362"/>
            <a:chExt cx="586800" cy="1284435"/>
          </a:xfrm>
        </p:grpSpPr>
        <p:sp>
          <p:nvSpPr>
            <p:cNvPr id="1346" name="Google Shape;1346;p17"/>
            <p:cNvSpPr/>
            <p:nvPr/>
          </p:nvSpPr>
          <p:spPr>
            <a:xfrm>
              <a:off x="8137507" y="-109352"/>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17"/>
            <p:cNvGrpSpPr/>
            <p:nvPr/>
          </p:nvGrpSpPr>
          <p:grpSpPr>
            <a:xfrm rot="-5400000">
              <a:off x="7989266" y="211224"/>
              <a:ext cx="883262" cy="242091"/>
              <a:chOff x="2300350" y="2601250"/>
              <a:chExt cx="2275275" cy="623625"/>
            </a:xfrm>
          </p:grpSpPr>
          <p:sp>
            <p:nvSpPr>
              <p:cNvPr id="1348" name="Google Shape;1348;p17"/>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7"/>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7"/>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7"/>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7"/>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7"/>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54" name="Google Shape;1354;p17"/>
          <p:cNvGrpSpPr/>
          <p:nvPr/>
        </p:nvGrpSpPr>
        <p:grpSpPr>
          <a:xfrm>
            <a:off x="2517607" y="-116370"/>
            <a:ext cx="1520982" cy="302065"/>
            <a:chOff x="5642557" y="-150670"/>
            <a:chExt cx="1520982" cy="302065"/>
          </a:xfrm>
        </p:grpSpPr>
        <p:sp>
          <p:nvSpPr>
            <p:cNvPr id="1355" name="Google Shape;1355;p17"/>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7"/>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7"/>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7"/>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7"/>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0" name="Google Shape;1360;p17"/>
          <p:cNvSpPr/>
          <p:nvPr/>
        </p:nvSpPr>
        <p:spPr>
          <a:xfrm rot="-5400000">
            <a:off x="341629"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1" name="Google Shape;1361;p17"/>
          <p:cNvGrpSpPr/>
          <p:nvPr/>
        </p:nvGrpSpPr>
        <p:grpSpPr>
          <a:xfrm>
            <a:off x="4913901" y="675155"/>
            <a:ext cx="1252897" cy="51000"/>
            <a:chOff x="2915381" y="4104819"/>
            <a:chExt cx="1252897" cy="51000"/>
          </a:xfrm>
        </p:grpSpPr>
        <p:sp>
          <p:nvSpPr>
            <p:cNvPr id="1362" name="Google Shape;1362;p17"/>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7"/>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7"/>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7"/>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7"/>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7"/>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7"/>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7"/>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7"/>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7"/>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7"/>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7"/>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7"/>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7"/>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6" name="Google Shape;1376;p17"/>
          <p:cNvSpPr/>
          <p:nvPr/>
        </p:nvSpPr>
        <p:spPr>
          <a:xfrm rot="5400000">
            <a:off x="8208387" y="420412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7"/>
          <p:cNvSpPr/>
          <p:nvPr/>
        </p:nvSpPr>
        <p:spPr>
          <a:xfrm rot="10800000">
            <a:off x="1362311" y="42400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8" name="Google Shape;1378;p17"/>
          <p:cNvGrpSpPr/>
          <p:nvPr/>
        </p:nvGrpSpPr>
        <p:grpSpPr>
          <a:xfrm>
            <a:off x="5600407" y="4993736"/>
            <a:ext cx="1520982" cy="302065"/>
            <a:chOff x="5642557" y="-150670"/>
            <a:chExt cx="1520982" cy="302065"/>
          </a:xfrm>
        </p:grpSpPr>
        <p:sp>
          <p:nvSpPr>
            <p:cNvPr id="1379" name="Google Shape;1379;p17"/>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7"/>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7"/>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7"/>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7"/>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4" name="Google Shape;1384;p17"/>
          <p:cNvGrpSpPr/>
          <p:nvPr/>
        </p:nvGrpSpPr>
        <p:grpSpPr>
          <a:xfrm rot="5400000">
            <a:off x="8900" y="1773425"/>
            <a:ext cx="98902" cy="553090"/>
            <a:chOff x="4898850" y="4820550"/>
            <a:chExt cx="98902" cy="553090"/>
          </a:xfrm>
        </p:grpSpPr>
        <p:sp>
          <p:nvSpPr>
            <p:cNvPr id="1385" name="Google Shape;1385;p17"/>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7"/>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7"/>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7"/>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7"/>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1">
  <p:cSld name="BLANK_10">
    <p:spTree>
      <p:nvGrpSpPr>
        <p:cNvPr id="1" name="Shape 1491"/>
        <p:cNvGrpSpPr/>
        <p:nvPr/>
      </p:nvGrpSpPr>
      <p:grpSpPr>
        <a:xfrm>
          <a:off x="0" y="0"/>
          <a:ext cx="0" cy="0"/>
          <a:chOff x="0" y="0"/>
          <a:chExt cx="0" cy="0"/>
        </a:xfrm>
      </p:grpSpPr>
      <p:grpSp>
        <p:nvGrpSpPr>
          <p:cNvPr id="1492" name="Google Shape;1492;p19"/>
          <p:cNvGrpSpPr/>
          <p:nvPr/>
        </p:nvGrpSpPr>
        <p:grpSpPr>
          <a:xfrm>
            <a:off x="-24" y="-27"/>
            <a:ext cx="9143711" cy="5143338"/>
            <a:chOff x="597550" y="708125"/>
            <a:chExt cx="6449225" cy="4193850"/>
          </a:xfrm>
        </p:grpSpPr>
        <p:sp>
          <p:nvSpPr>
            <p:cNvPr id="1493" name="Google Shape;1493;p19"/>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9"/>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19"/>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9"/>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9"/>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9"/>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9"/>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9"/>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9"/>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9"/>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9"/>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9"/>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9"/>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9"/>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9"/>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9"/>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9"/>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9"/>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9"/>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9"/>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9"/>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9"/>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9"/>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9"/>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9"/>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9"/>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9"/>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9"/>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19"/>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9"/>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9"/>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9"/>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9"/>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9"/>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9"/>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9"/>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9"/>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9"/>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1" name="Google Shape;1531;p19"/>
          <p:cNvSpPr txBox="1">
            <a:spLocks noGrp="1"/>
          </p:cNvSpPr>
          <p:nvPr>
            <p:ph type="title"/>
          </p:nvPr>
        </p:nvSpPr>
        <p:spPr>
          <a:xfrm>
            <a:off x="1773100" y="2597100"/>
            <a:ext cx="18858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32" name="Google Shape;1532;p19"/>
          <p:cNvSpPr txBox="1">
            <a:spLocks noGrp="1"/>
          </p:cNvSpPr>
          <p:nvPr>
            <p:ph type="subTitle" idx="1"/>
          </p:nvPr>
        </p:nvSpPr>
        <p:spPr>
          <a:xfrm>
            <a:off x="1173396" y="1500310"/>
            <a:ext cx="3085200" cy="97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33" name="Google Shape;1533;p19"/>
          <p:cNvSpPr txBox="1">
            <a:spLocks noGrp="1"/>
          </p:cNvSpPr>
          <p:nvPr>
            <p:ph type="title" idx="2"/>
          </p:nvPr>
        </p:nvSpPr>
        <p:spPr>
          <a:xfrm>
            <a:off x="5491225" y="3013625"/>
            <a:ext cx="18858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34" name="Google Shape;1534;p19"/>
          <p:cNvSpPr txBox="1">
            <a:spLocks noGrp="1"/>
          </p:cNvSpPr>
          <p:nvPr>
            <p:ph type="subTitle" idx="3"/>
          </p:nvPr>
        </p:nvSpPr>
        <p:spPr>
          <a:xfrm>
            <a:off x="4891521" y="3409635"/>
            <a:ext cx="3085200" cy="97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35" name="Google Shape;1535;p19"/>
          <p:cNvGrpSpPr/>
          <p:nvPr/>
        </p:nvGrpSpPr>
        <p:grpSpPr>
          <a:xfrm>
            <a:off x="-11" y="4386462"/>
            <a:ext cx="1284435" cy="586800"/>
            <a:chOff x="-11" y="4386462"/>
            <a:chExt cx="1284435" cy="586800"/>
          </a:xfrm>
        </p:grpSpPr>
        <p:sp>
          <p:nvSpPr>
            <p:cNvPr id="1536" name="Google Shape;1536;p19"/>
            <p:cNvSpPr/>
            <p:nvPr/>
          </p:nvSpPr>
          <p:spPr>
            <a:xfrm rot="-5400000">
              <a:off x="348812" y="4037649"/>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7" name="Google Shape;1537;p19"/>
            <p:cNvGrpSpPr/>
            <p:nvPr/>
          </p:nvGrpSpPr>
          <p:grpSpPr>
            <a:xfrm rot="10800000">
              <a:off x="-11" y="4558826"/>
              <a:ext cx="883262" cy="242091"/>
              <a:chOff x="2300350" y="2601250"/>
              <a:chExt cx="2275275" cy="623625"/>
            </a:xfrm>
          </p:grpSpPr>
          <p:sp>
            <p:nvSpPr>
              <p:cNvPr id="1538" name="Google Shape;1538;p19"/>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9"/>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9"/>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9"/>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19"/>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9"/>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4" name="Google Shape;1544;p19"/>
          <p:cNvGrpSpPr/>
          <p:nvPr/>
        </p:nvGrpSpPr>
        <p:grpSpPr>
          <a:xfrm>
            <a:off x="1852307" y="-114308"/>
            <a:ext cx="1520982" cy="302065"/>
            <a:chOff x="5642557" y="-150670"/>
            <a:chExt cx="1520982" cy="302065"/>
          </a:xfrm>
        </p:grpSpPr>
        <p:sp>
          <p:nvSpPr>
            <p:cNvPr id="1545" name="Google Shape;1545;p19"/>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19"/>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9"/>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9"/>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19"/>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19"/>
          <p:cNvGrpSpPr/>
          <p:nvPr/>
        </p:nvGrpSpPr>
        <p:grpSpPr>
          <a:xfrm rot="5400000">
            <a:off x="85100" y="1523550"/>
            <a:ext cx="98902" cy="553090"/>
            <a:chOff x="4898850" y="4820550"/>
            <a:chExt cx="98902" cy="553090"/>
          </a:xfrm>
        </p:grpSpPr>
        <p:sp>
          <p:nvSpPr>
            <p:cNvPr id="1551" name="Google Shape;1551;p19"/>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9"/>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9"/>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9"/>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9"/>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6" name="Google Shape;1556;p19"/>
          <p:cNvSpPr/>
          <p:nvPr/>
        </p:nvSpPr>
        <p:spPr>
          <a:xfrm>
            <a:off x="471087" y="-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9"/>
          <p:cNvSpPr/>
          <p:nvPr/>
        </p:nvSpPr>
        <p:spPr>
          <a:xfrm>
            <a:off x="-1281605" y="37909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9"/>
          <p:cNvSpPr/>
          <p:nvPr/>
        </p:nvSpPr>
        <p:spPr>
          <a:xfrm rot="10800000">
            <a:off x="8557211" y="38590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9"/>
          <p:cNvSpPr/>
          <p:nvPr/>
        </p:nvSpPr>
        <p:spPr>
          <a:xfrm rot="5400000">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0" name="Google Shape;1560;p19"/>
          <p:cNvGrpSpPr/>
          <p:nvPr/>
        </p:nvGrpSpPr>
        <p:grpSpPr>
          <a:xfrm rot="5400000">
            <a:off x="8520259" y="3926674"/>
            <a:ext cx="302065" cy="1520982"/>
            <a:chOff x="-108754" y="2690919"/>
            <a:chExt cx="302065" cy="1520982"/>
          </a:xfrm>
        </p:grpSpPr>
        <p:sp>
          <p:nvSpPr>
            <p:cNvPr id="1561" name="Google Shape;1561;p19"/>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9"/>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9"/>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9"/>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9"/>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6" name="Google Shape;1566;p19"/>
          <p:cNvSpPr txBox="1">
            <a:spLocks noGrp="1"/>
          </p:cNvSpPr>
          <p:nvPr>
            <p:ph type="title" idx="4"/>
          </p:nvPr>
        </p:nvSpPr>
        <p:spPr>
          <a:xfrm>
            <a:off x="713100" y="539400"/>
            <a:ext cx="7717800" cy="572700"/>
          </a:xfrm>
          <a:prstGeom prst="rect">
            <a:avLst/>
          </a:prstGeom>
          <a:effectLst>
            <a:outerShdw blurRad="142875" algn="bl" rotWithShape="0">
              <a:schemeClr val="accent2">
                <a:alpha val="50000"/>
              </a:schemeClr>
            </a:outerShdw>
          </a:effectLst>
        </p:spPr>
        <p:txBody>
          <a:bodyPr spcFirstLastPara="1" wrap="square" lIns="91425" tIns="91425" rIns="91425" bIns="91425" anchor="ctr"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BLANK_5">
    <p:spTree>
      <p:nvGrpSpPr>
        <p:cNvPr id="1" name="Shape 1657"/>
        <p:cNvGrpSpPr/>
        <p:nvPr/>
      </p:nvGrpSpPr>
      <p:grpSpPr>
        <a:xfrm>
          <a:off x="0" y="0"/>
          <a:ext cx="0" cy="0"/>
          <a:chOff x="0" y="0"/>
          <a:chExt cx="0" cy="0"/>
        </a:xfrm>
      </p:grpSpPr>
      <p:grpSp>
        <p:nvGrpSpPr>
          <p:cNvPr id="1658" name="Google Shape;1658;p21"/>
          <p:cNvGrpSpPr/>
          <p:nvPr/>
        </p:nvGrpSpPr>
        <p:grpSpPr>
          <a:xfrm>
            <a:off x="-24" y="-27"/>
            <a:ext cx="9143711" cy="5143338"/>
            <a:chOff x="597550" y="708125"/>
            <a:chExt cx="6449225" cy="4193850"/>
          </a:xfrm>
        </p:grpSpPr>
        <p:sp>
          <p:nvSpPr>
            <p:cNvPr id="1659" name="Google Shape;1659;p21"/>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1"/>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1"/>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1"/>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1"/>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1"/>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1"/>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1"/>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1"/>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1"/>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1"/>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1"/>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1"/>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1"/>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1"/>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1"/>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1"/>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1"/>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1"/>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1"/>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1"/>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1"/>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1"/>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21"/>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1"/>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1"/>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1"/>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1"/>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1"/>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1"/>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1"/>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1"/>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21"/>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21"/>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1"/>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1"/>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1"/>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1"/>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7" name="Google Shape;1697;p21"/>
          <p:cNvSpPr txBox="1">
            <a:spLocks noGrp="1"/>
          </p:cNvSpPr>
          <p:nvPr>
            <p:ph type="title"/>
          </p:nvPr>
        </p:nvSpPr>
        <p:spPr>
          <a:xfrm>
            <a:off x="713100" y="539400"/>
            <a:ext cx="77178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698" name="Google Shape;1698;p21"/>
          <p:cNvSpPr txBox="1">
            <a:spLocks noGrp="1"/>
          </p:cNvSpPr>
          <p:nvPr>
            <p:ph type="title" idx="2"/>
          </p:nvPr>
        </p:nvSpPr>
        <p:spPr>
          <a:xfrm>
            <a:off x="755600" y="2900863"/>
            <a:ext cx="22656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99" name="Google Shape;1699;p21"/>
          <p:cNvSpPr txBox="1">
            <a:spLocks noGrp="1"/>
          </p:cNvSpPr>
          <p:nvPr>
            <p:ph type="subTitle" idx="1"/>
          </p:nvPr>
        </p:nvSpPr>
        <p:spPr>
          <a:xfrm>
            <a:off x="755600" y="3296863"/>
            <a:ext cx="2265600" cy="75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00" name="Google Shape;1700;p21"/>
          <p:cNvSpPr txBox="1">
            <a:spLocks noGrp="1"/>
          </p:cNvSpPr>
          <p:nvPr>
            <p:ph type="title" idx="3"/>
          </p:nvPr>
        </p:nvSpPr>
        <p:spPr>
          <a:xfrm>
            <a:off x="3443604" y="2900863"/>
            <a:ext cx="22656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01" name="Google Shape;1701;p21"/>
          <p:cNvSpPr txBox="1">
            <a:spLocks noGrp="1"/>
          </p:cNvSpPr>
          <p:nvPr>
            <p:ph type="subTitle" idx="4"/>
          </p:nvPr>
        </p:nvSpPr>
        <p:spPr>
          <a:xfrm>
            <a:off x="3443604" y="3296863"/>
            <a:ext cx="2265600" cy="75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02" name="Google Shape;1702;p21"/>
          <p:cNvSpPr txBox="1">
            <a:spLocks noGrp="1"/>
          </p:cNvSpPr>
          <p:nvPr>
            <p:ph type="title" idx="5"/>
          </p:nvPr>
        </p:nvSpPr>
        <p:spPr>
          <a:xfrm>
            <a:off x="6132644" y="2900863"/>
            <a:ext cx="22656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03" name="Google Shape;1703;p21"/>
          <p:cNvSpPr txBox="1">
            <a:spLocks noGrp="1"/>
          </p:cNvSpPr>
          <p:nvPr>
            <p:ph type="subTitle" idx="6"/>
          </p:nvPr>
        </p:nvSpPr>
        <p:spPr>
          <a:xfrm>
            <a:off x="6132644" y="3296863"/>
            <a:ext cx="2265600" cy="75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704" name="Google Shape;1704;p21"/>
          <p:cNvGrpSpPr/>
          <p:nvPr/>
        </p:nvGrpSpPr>
        <p:grpSpPr>
          <a:xfrm>
            <a:off x="-7" y="-76201"/>
            <a:ext cx="586800" cy="1284425"/>
            <a:chOff x="-7" y="-76201"/>
            <a:chExt cx="586800" cy="1284425"/>
          </a:xfrm>
        </p:grpSpPr>
        <p:sp>
          <p:nvSpPr>
            <p:cNvPr id="1705" name="Google Shape;1705;p21"/>
            <p:cNvSpPr/>
            <p:nvPr/>
          </p:nvSpPr>
          <p:spPr>
            <a:xfrm flipH="1">
              <a:off x="-7" y="-7620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6" name="Google Shape;1706;p21"/>
            <p:cNvGrpSpPr/>
            <p:nvPr/>
          </p:nvGrpSpPr>
          <p:grpSpPr>
            <a:xfrm rot="5400000" flipH="1">
              <a:off x="-148228" y="320574"/>
              <a:ext cx="883262" cy="242091"/>
              <a:chOff x="2300350" y="2601250"/>
              <a:chExt cx="2275275" cy="623625"/>
            </a:xfrm>
          </p:grpSpPr>
          <p:sp>
            <p:nvSpPr>
              <p:cNvPr id="1707" name="Google Shape;1707;p21"/>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1"/>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1"/>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1"/>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1"/>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1"/>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3" name="Google Shape;1713;p21"/>
          <p:cNvGrpSpPr/>
          <p:nvPr/>
        </p:nvGrpSpPr>
        <p:grpSpPr>
          <a:xfrm rot="5400000">
            <a:off x="54450" y="1665375"/>
            <a:ext cx="98902" cy="553090"/>
            <a:chOff x="4898850" y="4820550"/>
            <a:chExt cx="98902" cy="553090"/>
          </a:xfrm>
        </p:grpSpPr>
        <p:sp>
          <p:nvSpPr>
            <p:cNvPr id="1714" name="Google Shape;1714;p21"/>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1"/>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1"/>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1"/>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21"/>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21"/>
          <p:cNvSpPr/>
          <p:nvPr/>
        </p:nvSpPr>
        <p:spPr>
          <a:xfrm rot="-5400000">
            <a:off x="348814" y="401862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21"/>
          <p:cNvGrpSpPr/>
          <p:nvPr/>
        </p:nvGrpSpPr>
        <p:grpSpPr>
          <a:xfrm rot="-5400000" flipH="1">
            <a:off x="7907216" y="4455774"/>
            <a:ext cx="1823016" cy="296643"/>
            <a:chOff x="7857346" y="3902355"/>
            <a:chExt cx="1823016" cy="296643"/>
          </a:xfrm>
        </p:grpSpPr>
        <p:sp>
          <p:nvSpPr>
            <p:cNvPr id="1721" name="Google Shape;1721;p21"/>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21"/>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1"/>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1"/>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1"/>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1"/>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7" name="Google Shape;1727;p21"/>
          <p:cNvGrpSpPr/>
          <p:nvPr/>
        </p:nvGrpSpPr>
        <p:grpSpPr>
          <a:xfrm flipH="1">
            <a:off x="7120557" y="-107958"/>
            <a:ext cx="1520982" cy="302065"/>
            <a:chOff x="5642557" y="-150670"/>
            <a:chExt cx="1520982" cy="302065"/>
          </a:xfrm>
        </p:grpSpPr>
        <p:sp>
          <p:nvSpPr>
            <p:cNvPr id="1728" name="Google Shape;1728;p21"/>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1"/>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21"/>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21"/>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1"/>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3" name="Google Shape;1733;p21"/>
          <p:cNvGrpSpPr/>
          <p:nvPr/>
        </p:nvGrpSpPr>
        <p:grpSpPr>
          <a:xfrm>
            <a:off x="8455187" y="1287478"/>
            <a:ext cx="883262" cy="242091"/>
            <a:chOff x="2300350" y="2601250"/>
            <a:chExt cx="2275275" cy="623625"/>
          </a:xfrm>
        </p:grpSpPr>
        <p:sp>
          <p:nvSpPr>
            <p:cNvPr id="1734" name="Google Shape;1734;p21"/>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21"/>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1"/>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1"/>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21"/>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1"/>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13">
    <p:spTree>
      <p:nvGrpSpPr>
        <p:cNvPr id="1" name="Shape 2449"/>
        <p:cNvGrpSpPr/>
        <p:nvPr/>
      </p:nvGrpSpPr>
      <p:grpSpPr>
        <a:xfrm>
          <a:off x="0" y="0"/>
          <a:ext cx="0" cy="0"/>
          <a:chOff x="0" y="0"/>
          <a:chExt cx="0" cy="0"/>
        </a:xfrm>
      </p:grpSpPr>
      <p:grpSp>
        <p:nvGrpSpPr>
          <p:cNvPr id="2450" name="Google Shape;2450;p28"/>
          <p:cNvGrpSpPr/>
          <p:nvPr/>
        </p:nvGrpSpPr>
        <p:grpSpPr>
          <a:xfrm>
            <a:off x="-24" y="-27"/>
            <a:ext cx="9143711" cy="5143338"/>
            <a:chOff x="597550" y="708125"/>
            <a:chExt cx="6449225" cy="4193850"/>
          </a:xfrm>
        </p:grpSpPr>
        <p:sp>
          <p:nvSpPr>
            <p:cNvPr id="2451" name="Google Shape;2451;p28"/>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28"/>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8"/>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28"/>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28"/>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28"/>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8"/>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28"/>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28"/>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28"/>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28"/>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28"/>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28"/>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28"/>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28"/>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8"/>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28"/>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28"/>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28"/>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8"/>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8"/>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8"/>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28"/>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28"/>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28"/>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28"/>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8"/>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8"/>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28"/>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28"/>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28"/>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28"/>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28"/>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28"/>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28"/>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28"/>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28"/>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28"/>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9" name="Google Shape;2489;p28"/>
          <p:cNvGrpSpPr/>
          <p:nvPr/>
        </p:nvGrpSpPr>
        <p:grpSpPr>
          <a:xfrm rot="5400000">
            <a:off x="85100" y="1849625"/>
            <a:ext cx="98902" cy="553090"/>
            <a:chOff x="4898850" y="4820550"/>
            <a:chExt cx="98902" cy="553090"/>
          </a:xfrm>
        </p:grpSpPr>
        <p:sp>
          <p:nvSpPr>
            <p:cNvPr id="2490" name="Google Shape;2490;p28"/>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28"/>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28"/>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28"/>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28"/>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5" name="Google Shape;2495;p28"/>
          <p:cNvGrpSpPr/>
          <p:nvPr/>
        </p:nvGrpSpPr>
        <p:grpSpPr>
          <a:xfrm flipH="1">
            <a:off x="-839729" y="2843530"/>
            <a:ext cx="1823016" cy="196994"/>
            <a:chOff x="7857346" y="4002005"/>
            <a:chExt cx="1823016" cy="196994"/>
          </a:xfrm>
        </p:grpSpPr>
        <p:sp>
          <p:nvSpPr>
            <p:cNvPr id="2496" name="Google Shape;2496;p28"/>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28"/>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28"/>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9" name="Google Shape;2499;p28"/>
          <p:cNvSpPr/>
          <p:nvPr/>
        </p:nvSpPr>
        <p:spPr>
          <a:xfrm rot="5400000">
            <a:off x="8206149" y="38590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28"/>
          <p:cNvSpPr/>
          <p:nvPr/>
        </p:nvSpPr>
        <p:spPr>
          <a:xfrm>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1" name="Google Shape;2501;p28"/>
          <p:cNvGrpSpPr/>
          <p:nvPr/>
        </p:nvGrpSpPr>
        <p:grpSpPr>
          <a:xfrm>
            <a:off x="8267392" y="3231066"/>
            <a:ext cx="1105976" cy="133969"/>
            <a:chOff x="8183182" y="663852"/>
            <a:chExt cx="1475028" cy="178673"/>
          </a:xfrm>
        </p:grpSpPr>
        <p:grpSp>
          <p:nvGrpSpPr>
            <p:cNvPr id="2502" name="Google Shape;2502;p28"/>
            <p:cNvGrpSpPr/>
            <p:nvPr/>
          </p:nvGrpSpPr>
          <p:grpSpPr>
            <a:xfrm>
              <a:off x="8183182" y="774425"/>
              <a:ext cx="1178025" cy="68100"/>
              <a:chOff x="2024450" y="204150"/>
              <a:chExt cx="1178025" cy="68100"/>
            </a:xfrm>
          </p:grpSpPr>
          <p:sp>
            <p:nvSpPr>
              <p:cNvPr id="2503" name="Google Shape;2503;p28"/>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28"/>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28"/>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28"/>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28"/>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28"/>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28"/>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28"/>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28"/>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28"/>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3" name="Google Shape;2513;p28"/>
            <p:cNvGrpSpPr/>
            <p:nvPr/>
          </p:nvGrpSpPr>
          <p:grpSpPr>
            <a:xfrm>
              <a:off x="8480185" y="663852"/>
              <a:ext cx="1178025" cy="68100"/>
              <a:chOff x="2024450" y="204150"/>
              <a:chExt cx="1178025" cy="68100"/>
            </a:xfrm>
          </p:grpSpPr>
          <p:sp>
            <p:nvSpPr>
              <p:cNvPr id="2514" name="Google Shape;2514;p28"/>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28"/>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28"/>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28"/>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28"/>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28"/>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28"/>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28"/>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28"/>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28"/>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24" name="Google Shape;2524;p28"/>
          <p:cNvGrpSpPr/>
          <p:nvPr/>
        </p:nvGrpSpPr>
        <p:grpSpPr>
          <a:xfrm flipH="1">
            <a:off x="4834557" y="-107958"/>
            <a:ext cx="1520982" cy="302065"/>
            <a:chOff x="5642557" y="-150670"/>
            <a:chExt cx="1520982" cy="302065"/>
          </a:xfrm>
        </p:grpSpPr>
        <p:sp>
          <p:nvSpPr>
            <p:cNvPr id="2525" name="Google Shape;2525;p28"/>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28"/>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28"/>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28"/>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28"/>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0" name="Google Shape;2530;p28"/>
          <p:cNvGrpSpPr/>
          <p:nvPr/>
        </p:nvGrpSpPr>
        <p:grpSpPr>
          <a:xfrm>
            <a:off x="635870" y="-1455296"/>
            <a:ext cx="347400" cy="2297800"/>
            <a:chOff x="6420895" y="-1455296"/>
            <a:chExt cx="347400" cy="2297800"/>
          </a:xfrm>
        </p:grpSpPr>
        <p:sp>
          <p:nvSpPr>
            <p:cNvPr id="2531" name="Google Shape;2531;p28"/>
            <p:cNvSpPr/>
            <p:nvPr/>
          </p:nvSpPr>
          <p:spPr>
            <a:xfrm rot="5400000">
              <a:off x="5457595"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28"/>
            <p:cNvSpPr/>
            <p:nvPr/>
          </p:nvSpPr>
          <p:spPr>
            <a:xfrm rot="5400000">
              <a:off x="5736895"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3" name="Google Shape;2533;p28"/>
          <p:cNvSpPr/>
          <p:nvPr/>
        </p:nvSpPr>
        <p:spPr>
          <a:xfrm rot="-5400000">
            <a:off x="348812" y="4207689"/>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4" name="Google Shape;2534;p28"/>
          <p:cNvGrpSpPr/>
          <p:nvPr/>
        </p:nvGrpSpPr>
        <p:grpSpPr>
          <a:xfrm>
            <a:off x="333809" y="4164674"/>
            <a:ext cx="302065" cy="1520982"/>
            <a:chOff x="-108754" y="2690919"/>
            <a:chExt cx="302065" cy="1520982"/>
          </a:xfrm>
        </p:grpSpPr>
        <p:sp>
          <p:nvSpPr>
            <p:cNvPr id="2535" name="Google Shape;2535;p28"/>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28"/>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28"/>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28"/>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28"/>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0" name="Google Shape;2540;p28"/>
          <p:cNvGrpSpPr/>
          <p:nvPr/>
        </p:nvGrpSpPr>
        <p:grpSpPr>
          <a:xfrm>
            <a:off x="8490114" y="2144503"/>
            <a:ext cx="883262" cy="242091"/>
            <a:chOff x="2300350" y="2601250"/>
            <a:chExt cx="2275275" cy="623625"/>
          </a:xfrm>
        </p:grpSpPr>
        <p:sp>
          <p:nvSpPr>
            <p:cNvPr id="2541" name="Google Shape;2541;p28"/>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28"/>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28"/>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28"/>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28"/>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28"/>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LANK_12">
    <p:spTree>
      <p:nvGrpSpPr>
        <p:cNvPr id="1" name="Shape 2547"/>
        <p:cNvGrpSpPr/>
        <p:nvPr/>
      </p:nvGrpSpPr>
      <p:grpSpPr>
        <a:xfrm>
          <a:off x="0" y="0"/>
          <a:ext cx="0" cy="0"/>
          <a:chOff x="0" y="0"/>
          <a:chExt cx="0" cy="0"/>
        </a:xfrm>
      </p:grpSpPr>
      <p:grpSp>
        <p:nvGrpSpPr>
          <p:cNvPr id="2548" name="Google Shape;2548;p29"/>
          <p:cNvGrpSpPr/>
          <p:nvPr/>
        </p:nvGrpSpPr>
        <p:grpSpPr>
          <a:xfrm>
            <a:off x="-24" y="-27"/>
            <a:ext cx="9143711" cy="5143338"/>
            <a:chOff x="597550" y="708125"/>
            <a:chExt cx="6449225" cy="4193850"/>
          </a:xfrm>
        </p:grpSpPr>
        <p:sp>
          <p:nvSpPr>
            <p:cNvPr id="2549" name="Google Shape;2549;p29"/>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29"/>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29"/>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29"/>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29"/>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29"/>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29"/>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29"/>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29"/>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29"/>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29"/>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29"/>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29"/>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29"/>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29"/>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29"/>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29"/>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29"/>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29"/>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29"/>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29"/>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29"/>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29"/>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29"/>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9"/>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29"/>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9"/>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29"/>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29"/>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29"/>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29"/>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29"/>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9"/>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29"/>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29"/>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29"/>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29"/>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29"/>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7" name="Google Shape;2587;p29"/>
          <p:cNvGrpSpPr/>
          <p:nvPr/>
        </p:nvGrpSpPr>
        <p:grpSpPr>
          <a:xfrm rot="5400000">
            <a:off x="85100" y="782825"/>
            <a:ext cx="98902" cy="553090"/>
            <a:chOff x="4898850" y="4820550"/>
            <a:chExt cx="98902" cy="553090"/>
          </a:xfrm>
        </p:grpSpPr>
        <p:sp>
          <p:nvSpPr>
            <p:cNvPr id="2588" name="Google Shape;2588;p29"/>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29"/>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29"/>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29"/>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29"/>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3" name="Google Shape;2593;p29"/>
          <p:cNvGrpSpPr/>
          <p:nvPr/>
        </p:nvGrpSpPr>
        <p:grpSpPr>
          <a:xfrm>
            <a:off x="-1414555" y="1991929"/>
            <a:ext cx="2297800" cy="347400"/>
            <a:chOff x="-1414555" y="3058729"/>
            <a:chExt cx="2297800" cy="347400"/>
          </a:xfrm>
        </p:grpSpPr>
        <p:sp>
          <p:nvSpPr>
            <p:cNvPr id="2594" name="Google Shape;2594;p29"/>
            <p:cNvSpPr/>
            <p:nvPr/>
          </p:nvSpPr>
          <p:spPr>
            <a:xfrm>
              <a:off x="-1414555" y="33380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29"/>
            <p:cNvSpPr/>
            <p:nvPr/>
          </p:nvSpPr>
          <p:spPr>
            <a:xfrm>
              <a:off x="-1111455" y="30587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6" name="Google Shape;2596;p29"/>
          <p:cNvGrpSpPr/>
          <p:nvPr/>
        </p:nvGrpSpPr>
        <p:grpSpPr>
          <a:xfrm flipH="1">
            <a:off x="-799254" y="3300805"/>
            <a:ext cx="1823016" cy="196994"/>
            <a:chOff x="7857346" y="4002005"/>
            <a:chExt cx="1823016" cy="196994"/>
          </a:xfrm>
        </p:grpSpPr>
        <p:sp>
          <p:nvSpPr>
            <p:cNvPr id="2597" name="Google Shape;2597;p29"/>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29"/>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29"/>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0" name="Google Shape;2600;p29"/>
          <p:cNvSpPr/>
          <p:nvPr/>
        </p:nvSpPr>
        <p:spPr>
          <a:xfrm rot="5400000">
            <a:off x="8204801" y="-349430"/>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29"/>
          <p:cNvSpPr/>
          <p:nvPr/>
        </p:nvSpPr>
        <p:spPr>
          <a:xfrm rot="10800000">
            <a:off x="7736612" y="4392838"/>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2" name="Google Shape;2602;p29"/>
          <p:cNvGrpSpPr/>
          <p:nvPr/>
        </p:nvGrpSpPr>
        <p:grpSpPr>
          <a:xfrm rot="5400000">
            <a:off x="8288664" y="2674962"/>
            <a:ext cx="883262" cy="242091"/>
            <a:chOff x="2300350" y="2601250"/>
            <a:chExt cx="2275275" cy="623625"/>
          </a:xfrm>
        </p:grpSpPr>
        <p:sp>
          <p:nvSpPr>
            <p:cNvPr id="2603" name="Google Shape;2603;p29"/>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29"/>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29"/>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29"/>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29"/>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29"/>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9" name="Google Shape;2609;p29"/>
          <p:cNvGrpSpPr/>
          <p:nvPr/>
        </p:nvGrpSpPr>
        <p:grpSpPr>
          <a:xfrm>
            <a:off x="8533046" y="-288388"/>
            <a:ext cx="302065" cy="1520982"/>
            <a:chOff x="-108754" y="2690919"/>
            <a:chExt cx="302065" cy="1520982"/>
          </a:xfrm>
        </p:grpSpPr>
        <p:sp>
          <p:nvSpPr>
            <p:cNvPr id="2610" name="Google Shape;2610;p29"/>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29"/>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29"/>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29"/>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29"/>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5" name="Google Shape;2615;p29"/>
          <p:cNvGrpSpPr/>
          <p:nvPr/>
        </p:nvGrpSpPr>
        <p:grpSpPr>
          <a:xfrm>
            <a:off x="1176957" y="-107958"/>
            <a:ext cx="1520982" cy="302065"/>
            <a:chOff x="5642557" y="-150670"/>
            <a:chExt cx="1520982" cy="302065"/>
          </a:xfrm>
        </p:grpSpPr>
        <p:sp>
          <p:nvSpPr>
            <p:cNvPr id="2616" name="Google Shape;2616;p29"/>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29"/>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29"/>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29"/>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29"/>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1" name="Google Shape;2621;p29"/>
          <p:cNvGrpSpPr/>
          <p:nvPr/>
        </p:nvGrpSpPr>
        <p:grpSpPr>
          <a:xfrm>
            <a:off x="6420895" y="-1455296"/>
            <a:ext cx="347400" cy="2297800"/>
            <a:chOff x="6420895" y="-1455296"/>
            <a:chExt cx="347400" cy="2297800"/>
          </a:xfrm>
        </p:grpSpPr>
        <p:sp>
          <p:nvSpPr>
            <p:cNvPr id="2622" name="Google Shape;2622;p29"/>
            <p:cNvSpPr/>
            <p:nvPr/>
          </p:nvSpPr>
          <p:spPr>
            <a:xfrm rot="5400000">
              <a:off x="5457595"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29"/>
            <p:cNvSpPr/>
            <p:nvPr/>
          </p:nvSpPr>
          <p:spPr>
            <a:xfrm rot="5400000">
              <a:off x="5736895"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4" name="Google Shape;2624;p29"/>
          <p:cNvGrpSpPr/>
          <p:nvPr/>
        </p:nvGrpSpPr>
        <p:grpSpPr>
          <a:xfrm>
            <a:off x="-222733" y="4310689"/>
            <a:ext cx="1507157" cy="586800"/>
            <a:chOff x="-222733" y="4310689"/>
            <a:chExt cx="1507157" cy="586800"/>
          </a:xfrm>
        </p:grpSpPr>
        <p:sp>
          <p:nvSpPr>
            <p:cNvPr id="2625" name="Google Shape;2625;p29"/>
            <p:cNvSpPr/>
            <p:nvPr/>
          </p:nvSpPr>
          <p:spPr>
            <a:xfrm rot="-5400000">
              <a:off x="348812" y="396187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6" name="Google Shape;2626;p29"/>
            <p:cNvGrpSpPr/>
            <p:nvPr/>
          </p:nvGrpSpPr>
          <p:grpSpPr>
            <a:xfrm>
              <a:off x="-222733" y="4537116"/>
              <a:ext cx="1105976" cy="133969"/>
              <a:chOff x="8183182" y="663852"/>
              <a:chExt cx="1475028" cy="178673"/>
            </a:xfrm>
          </p:grpSpPr>
          <p:grpSp>
            <p:nvGrpSpPr>
              <p:cNvPr id="2627" name="Google Shape;2627;p29"/>
              <p:cNvGrpSpPr/>
              <p:nvPr/>
            </p:nvGrpSpPr>
            <p:grpSpPr>
              <a:xfrm>
                <a:off x="8183182" y="774425"/>
                <a:ext cx="1178025" cy="68100"/>
                <a:chOff x="2024450" y="204150"/>
                <a:chExt cx="1178025" cy="68100"/>
              </a:xfrm>
            </p:grpSpPr>
            <p:sp>
              <p:nvSpPr>
                <p:cNvPr id="2628" name="Google Shape;2628;p2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2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2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2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2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2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2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2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2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2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8" name="Google Shape;2638;p29"/>
              <p:cNvGrpSpPr/>
              <p:nvPr/>
            </p:nvGrpSpPr>
            <p:grpSpPr>
              <a:xfrm>
                <a:off x="8480185" y="663852"/>
                <a:ext cx="1178025" cy="68100"/>
                <a:chOff x="2024450" y="204150"/>
                <a:chExt cx="1178025" cy="68100"/>
              </a:xfrm>
            </p:grpSpPr>
            <p:sp>
              <p:nvSpPr>
                <p:cNvPr id="2639" name="Google Shape;2639;p2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2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2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2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2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2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2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2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2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2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1">
  <p:cSld name="BLANK_12_1">
    <p:spTree>
      <p:nvGrpSpPr>
        <p:cNvPr id="1" name="Shape 2649"/>
        <p:cNvGrpSpPr/>
        <p:nvPr/>
      </p:nvGrpSpPr>
      <p:grpSpPr>
        <a:xfrm>
          <a:off x="0" y="0"/>
          <a:ext cx="0" cy="0"/>
          <a:chOff x="0" y="0"/>
          <a:chExt cx="0" cy="0"/>
        </a:xfrm>
      </p:grpSpPr>
      <p:grpSp>
        <p:nvGrpSpPr>
          <p:cNvPr id="2650" name="Google Shape;2650;p30"/>
          <p:cNvGrpSpPr/>
          <p:nvPr/>
        </p:nvGrpSpPr>
        <p:grpSpPr>
          <a:xfrm>
            <a:off x="-24" y="-27"/>
            <a:ext cx="9143711" cy="5143338"/>
            <a:chOff x="597550" y="708125"/>
            <a:chExt cx="6449225" cy="4193850"/>
          </a:xfrm>
        </p:grpSpPr>
        <p:sp>
          <p:nvSpPr>
            <p:cNvPr id="2651" name="Google Shape;2651;p30"/>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30"/>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30"/>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30"/>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30"/>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30"/>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30"/>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30"/>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30"/>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30"/>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30"/>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30"/>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30"/>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30"/>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30"/>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30"/>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30"/>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30"/>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30"/>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0"/>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0"/>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0"/>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0"/>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0"/>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30"/>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30"/>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0"/>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0"/>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0"/>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30"/>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30"/>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30"/>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30"/>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30"/>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30"/>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30"/>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30"/>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30"/>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rgbClr val="000000">
                <a:alpha val="589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4"/>
            </a:gs>
            <a:gs pos="100000">
              <a:schemeClr val="dk1"/>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3200"/>
              <a:buFont typeface="Exo"/>
              <a:buNone/>
              <a:defRPr sz="3200" b="1">
                <a:solidFill>
                  <a:schemeClr val="lt1"/>
                </a:solidFill>
                <a:latin typeface="Exo"/>
                <a:ea typeface="Exo"/>
                <a:cs typeface="Exo"/>
                <a:sym typeface="Exo"/>
              </a:defRPr>
            </a:lvl1pPr>
            <a:lvl2pPr lvl="1">
              <a:spcBef>
                <a:spcPts val="0"/>
              </a:spcBef>
              <a:spcAft>
                <a:spcPts val="0"/>
              </a:spcAft>
              <a:buClr>
                <a:schemeClr val="lt1"/>
              </a:buClr>
              <a:buSzPts val="3200"/>
              <a:buFont typeface="Exo"/>
              <a:buNone/>
              <a:defRPr sz="3200">
                <a:solidFill>
                  <a:schemeClr val="lt1"/>
                </a:solidFill>
                <a:latin typeface="Exo"/>
                <a:ea typeface="Exo"/>
                <a:cs typeface="Exo"/>
                <a:sym typeface="Exo"/>
              </a:defRPr>
            </a:lvl2pPr>
            <a:lvl3pPr lvl="2">
              <a:spcBef>
                <a:spcPts val="0"/>
              </a:spcBef>
              <a:spcAft>
                <a:spcPts val="0"/>
              </a:spcAft>
              <a:buClr>
                <a:schemeClr val="lt1"/>
              </a:buClr>
              <a:buSzPts val="3200"/>
              <a:buFont typeface="Exo"/>
              <a:buNone/>
              <a:defRPr sz="3200">
                <a:solidFill>
                  <a:schemeClr val="lt1"/>
                </a:solidFill>
                <a:latin typeface="Exo"/>
                <a:ea typeface="Exo"/>
                <a:cs typeface="Exo"/>
                <a:sym typeface="Exo"/>
              </a:defRPr>
            </a:lvl3pPr>
            <a:lvl4pPr lvl="3">
              <a:spcBef>
                <a:spcPts val="0"/>
              </a:spcBef>
              <a:spcAft>
                <a:spcPts val="0"/>
              </a:spcAft>
              <a:buClr>
                <a:schemeClr val="lt1"/>
              </a:buClr>
              <a:buSzPts val="3200"/>
              <a:buFont typeface="Exo"/>
              <a:buNone/>
              <a:defRPr sz="3200">
                <a:solidFill>
                  <a:schemeClr val="lt1"/>
                </a:solidFill>
                <a:latin typeface="Exo"/>
                <a:ea typeface="Exo"/>
                <a:cs typeface="Exo"/>
                <a:sym typeface="Exo"/>
              </a:defRPr>
            </a:lvl4pPr>
            <a:lvl5pPr lvl="4">
              <a:spcBef>
                <a:spcPts val="0"/>
              </a:spcBef>
              <a:spcAft>
                <a:spcPts val="0"/>
              </a:spcAft>
              <a:buClr>
                <a:schemeClr val="lt1"/>
              </a:buClr>
              <a:buSzPts val="3200"/>
              <a:buFont typeface="Exo"/>
              <a:buNone/>
              <a:defRPr sz="3200">
                <a:solidFill>
                  <a:schemeClr val="lt1"/>
                </a:solidFill>
                <a:latin typeface="Exo"/>
                <a:ea typeface="Exo"/>
                <a:cs typeface="Exo"/>
                <a:sym typeface="Exo"/>
              </a:defRPr>
            </a:lvl5pPr>
            <a:lvl6pPr lvl="5">
              <a:spcBef>
                <a:spcPts val="0"/>
              </a:spcBef>
              <a:spcAft>
                <a:spcPts val="0"/>
              </a:spcAft>
              <a:buClr>
                <a:schemeClr val="lt1"/>
              </a:buClr>
              <a:buSzPts val="3200"/>
              <a:buFont typeface="Exo"/>
              <a:buNone/>
              <a:defRPr sz="3200">
                <a:solidFill>
                  <a:schemeClr val="lt1"/>
                </a:solidFill>
                <a:latin typeface="Exo"/>
                <a:ea typeface="Exo"/>
                <a:cs typeface="Exo"/>
                <a:sym typeface="Exo"/>
              </a:defRPr>
            </a:lvl6pPr>
            <a:lvl7pPr lvl="6">
              <a:spcBef>
                <a:spcPts val="0"/>
              </a:spcBef>
              <a:spcAft>
                <a:spcPts val="0"/>
              </a:spcAft>
              <a:buClr>
                <a:schemeClr val="lt1"/>
              </a:buClr>
              <a:buSzPts val="3200"/>
              <a:buFont typeface="Exo"/>
              <a:buNone/>
              <a:defRPr sz="3200">
                <a:solidFill>
                  <a:schemeClr val="lt1"/>
                </a:solidFill>
                <a:latin typeface="Exo"/>
                <a:ea typeface="Exo"/>
                <a:cs typeface="Exo"/>
                <a:sym typeface="Exo"/>
              </a:defRPr>
            </a:lvl7pPr>
            <a:lvl8pPr lvl="7">
              <a:spcBef>
                <a:spcPts val="0"/>
              </a:spcBef>
              <a:spcAft>
                <a:spcPts val="0"/>
              </a:spcAft>
              <a:buClr>
                <a:schemeClr val="lt1"/>
              </a:buClr>
              <a:buSzPts val="3200"/>
              <a:buFont typeface="Exo"/>
              <a:buNone/>
              <a:defRPr sz="3200">
                <a:solidFill>
                  <a:schemeClr val="lt1"/>
                </a:solidFill>
                <a:latin typeface="Exo"/>
                <a:ea typeface="Exo"/>
                <a:cs typeface="Exo"/>
                <a:sym typeface="Exo"/>
              </a:defRPr>
            </a:lvl8pPr>
            <a:lvl9pPr lvl="8">
              <a:spcBef>
                <a:spcPts val="0"/>
              </a:spcBef>
              <a:spcAft>
                <a:spcPts val="0"/>
              </a:spcAft>
              <a:buClr>
                <a:schemeClr val="lt1"/>
              </a:buClr>
              <a:buSzPts val="3200"/>
              <a:buFont typeface="Exo"/>
              <a:buNone/>
              <a:defRPr sz="3200">
                <a:solidFill>
                  <a:schemeClr val="lt1"/>
                </a:solidFill>
                <a:latin typeface="Exo"/>
                <a:ea typeface="Exo"/>
                <a:cs typeface="Exo"/>
                <a:sym typeface="Exo"/>
              </a:defRPr>
            </a:lvl9pPr>
          </a:lstStyle>
          <a:p>
            <a:endParaRPr/>
          </a:p>
        </p:txBody>
      </p:sp>
      <p:sp>
        <p:nvSpPr>
          <p:cNvPr id="7" name="Google Shape;7;p1"/>
          <p:cNvSpPr txBox="1">
            <a:spLocks noGrp="1"/>
          </p:cNvSpPr>
          <p:nvPr>
            <p:ph type="body" idx="1"/>
          </p:nvPr>
        </p:nvSpPr>
        <p:spPr>
          <a:xfrm>
            <a:off x="713100" y="1187700"/>
            <a:ext cx="7717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1pPr>
            <a:lvl2pPr marL="914400" lvl="1"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2pPr>
            <a:lvl3pPr marL="1371600" lvl="2"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3pPr>
            <a:lvl4pPr marL="1828800" lvl="3"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4pPr>
            <a:lvl5pPr marL="2286000" lvl="4"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5pPr>
            <a:lvl6pPr marL="2743200" lvl="5"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6pPr>
            <a:lvl7pPr marL="3200400" lvl="6"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7pPr>
            <a:lvl8pPr marL="3657600" lvl="7"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8pPr>
            <a:lvl9pPr marL="4114800" lvl="8"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8" r:id="rId8"/>
    <p:sldLayoutId id="2147483660" r:id="rId9"/>
    <p:sldLayoutId id="2147483661" r:id="rId10"/>
    <p:sldLayoutId id="2147483663" r:id="rId11"/>
    <p:sldLayoutId id="2147483665" r:id="rId12"/>
    <p:sldLayoutId id="2147483667" r:id="rId13"/>
    <p:sldLayoutId id="2147483674" r:id="rId14"/>
    <p:sldLayoutId id="2147483675" r:id="rId15"/>
    <p:sldLayoutId id="214748367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98"/>
        <p:cNvGrpSpPr/>
        <p:nvPr/>
      </p:nvGrpSpPr>
      <p:grpSpPr>
        <a:xfrm>
          <a:off x="0" y="0"/>
          <a:ext cx="0" cy="0"/>
          <a:chOff x="0" y="0"/>
          <a:chExt cx="0" cy="0"/>
        </a:xfrm>
      </p:grpSpPr>
      <p:sp>
        <p:nvSpPr>
          <p:cNvPr id="2699" name="Google Shape;2699;p34"/>
          <p:cNvSpPr txBox="1">
            <a:spLocks noGrp="1"/>
          </p:cNvSpPr>
          <p:nvPr>
            <p:ph type="subTitle" idx="1"/>
          </p:nvPr>
        </p:nvSpPr>
        <p:spPr>
          <a:xfrm>
            <a:off x="1693776" y="3174268"/>
            <a:ext cx="5793600" cy="912300"/>
          </a:xfrm>
          <a:prstGeom prst="rect">
            <a:avLst/>
          </a:prstGeom>
        </p:spPr>
        <p:txBody>
          <a:bodyPr spcFirstLastPara="1" wrap="square" lIns="91425" tIns="91425" rIns="91425" bIns="91425" anchor="t" anchorCtr="0">
            <a:noAutofit/>
          </a:bodyPr>
          <a:lstStyle/>
          <a:p>
            <a:pPr marL="0" lvl="0" indent="0"/>
            <a:r>
              <a:rPr lang="es-ES" dirty="0"/>
              <a:t>Juan Camilo </a:t>
            </a:r>
            <a:r>
              <a:rPr lang="es-ES" dirty="0" smtClean="0"/>
              <a:t>Rentería </a:t>
            </a:r>
            <a:r>
              <a:rPr lang="es-ES" dirty="0"/>
              <a:t>casas </a:t>
            </a:r>
          </a:p>
          <a:p>
            <a:pPr marL="0" lvl="0" indent="0"/>
            <a:r>
              <a:rPr lang="es-ES" dirty="0"/>
              <a:t>Daniel Enrique Alvarez asprilla </a:t>
            </a:r>
          </a:p>
          <a:p>
            <a:pPr marL="0" lvl="0" indent="0"/>
            <a:r>
              <a:rPr lang="es-ES" dirty="0"/>
              <a:t>Wilson Andrés Rivas Hurtado</a:t>
            </a:r>
            <a:endParaRPr dirty="0"/>
          </a:p>
        </p:txBody>
      </p:sp>
      <p:grpSp>
        <p:nvGrpSpPr>
          <p:cNvPr id="2700" name="Google Shape;2700;p34"/>
          <p:cNvGrpSpPr/>
          <p:nvPr/>
        </p:nvGrpSpPr>
        <p:grpSpPr>
          <a:xfrm rot="10800000">
            <a:off x="2130739" y="4336003"/>
            <a:ext cx="883262" cy="242091"/>
            <a:chOff x="2300350" y="2601250"/>
            <a:chExt cx="2275275" cy="623625"/>
          </a:xfrm>
        </p:grpSpPr>
        <p:sp>
          <p:nvSpPr>
            <p:cNvPr id="2701" name="Google Shape;2701;p34"/>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34"/>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34"/>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34"/>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34"/>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34"/>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7" name="Google Shape;2707;p34"/>
          <p:cNvGrpSpPr/>
          <p:nvPr/>
        </p:nvGrpSpPr>
        <p:grpSpPr>
          <a:xfrm rot="-5400000" flipH="1">
            <a:off x="3660496" y="4881980"/>
            <a:ext cx="1823016" cy="296643"/>
            <a:chOff x="7857346" y="3902355"/>
            <a:chExt cx="1823016" cy="296643"/>
          </a:xfrm>
        </p:grpSpPr>
        <p:sp>
          <p:nvSpPr>
            <p:cNvPr id="2708" name="Google Shape;2708;p34"/>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34"/>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34"/>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34"/>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34"/>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34"/>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4" name="Google Shape;2714;p34"/>
          <p:cNvGrpSpPr/>
          <p:nvPr/>
        </p:nvGrpSpPr>
        <p:grpSpPr>
          <a:xfrm rot="5400000">
            <a:off x="2421400" y="552075"/>
            <a:ext cx="98902" cy="553090"/>
            <a:chOff x="4898850" y="4820550"/>
            <a:chExt cx="98902" cy="553090"/>
          </a:xfrm>
        </p:grpSpPr>
        <p:sp>
          <p:nvSpPr>
            <p:cNvPr id="2715" name="Google Shape;2715;p34"/>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34"/>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34"/>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34"/>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34"/>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0" name="Google Shape;2720;p34"/>
          <p:cNvGrpSpPr/>
          <p:nvPr/>
        </p:nvGrpSpPr>
        <p:grpSpPr>
          <a:xfrm>
            <a:off x="4505167" y="564628"/>
            <a:ext cx="1105976" cy="133969"/>
            <a:chOff x="8183182" y="663852"/>
            <a:chExt cx="1475028" cy="178673"/>
          </a:xfrm>
        </p:grpSpPr>
        <p:grpSp>
          <p:nvGrpSpPr>
            <p:cNvPr id="2721" name="Google Shape;2721;p34"/>
            <p:cNvGrpSpPr/>
            <p:nvPr/>
          </p:nvGrpSpPr>
          <p:grpSpPr>
            <a:xfrm>
              <a:off x="8183182" y="774425"/>
              <a:ext cx="1178025" cy="68100"/>
              <a:chOff x="2024450" y="204150"/>
              <a:chExt cx="1178025" cy="68100"/>
            </a:xfrm>
          </p:grpSpPr>
          <p:sp>
            <p:nvSpPr>
              <p:cNvPr id="2722" name="Google Shape;2722;p3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3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3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3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3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3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3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3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3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3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2" name="Google Shape;2732;p34"/>
            <p:cNvGrpSpPr/>
            <p:nvPr/>
          </p:nvGrpSpPr>
          <p:grpSpPr>
            <a:xfrm>
              <a:off x="8480185" y="663852"/>
              <a:ext cx="1178025" cy="68100"/>
              <a:chOff x="2024450" y="204150"/>
              <a:chExt cx="1178025" cy="68100"/>
            </a:xfrm>
          </p:grpSpPr>
          <p:sp>
            <p:nvSpPr>
              <p:cNvPr id="2733" name="Google Shape;2733;p3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3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3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3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3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3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3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3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3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3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43" name="Google Shape;2743;p34"/>
          <p:cNvGrpSpPr/>
          <p:nvPr/>
        </p:nvGrpSpPr>
        <p:grpSpPr>
          <a:xfrm>
            <a:off x="5447301" y="4536119"/>
            <a:ext cx="1252897" cy="51000"/>
            <a:chOff x="2915381" y="4104819"/>
            <a:chExt cx="1252897" cy="51000"/>
          </a:xfrm>
        </p:grpSpPr>
        <p:sp>
          <p:nvSpPr>
            <p:cNvPr id="2744" name="Google Shape;2744;p34"/>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34"/>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34"/>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34"/>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34"/>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34"/>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34"/>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34"/>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34"/>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34"/>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34"/>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34"/>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34"/>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34"/>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8" name="Google Shape;2758;p34"/>
          <p:cNvSpPr txBox="1">
            <a:spLocks noGrp="1"/>
          </p:cNvSpPr>
          <p:nvPr>
            <p:ph type="ctrTitle"/>
          </p:nvPr>
        </p:nvSpPr>
        <p:spPr>
          <a:xfrm>
            <a:off x="1317600" y="1132113"/>
            <a:ext cx="6508800" cy="1998600"/>
          </a:xfrm>
          <a:prstGeom prst="rect">
            <a:avLst/>
          </a:prstGeom>
        </p:spPr>
        <p:txBody>
          <a:bodyPr spcFirstLastPara="1" wrap="square" lIns="91425" tIns="91425" rIns="91425" bIns="91425" anchor="ctr" anchorCtr="0">
            <a:noAutofit/>
          </a:bodyPr>
          <a:lstStyle/>
          <a:p>
            <a:pPr lvl="0"/>
            <a:r>
              <a:rPr lang="es-ES" sz="5800" dirty="0" smtClean="0">
                <a:solidFill>
                  <a:schemeClr val="accent2"/>
                </a:solidFill>
              </a:rPr>
              <a:t>STENCIL.JS</a:t>
            </a:r>
            <a:br>
              <a:rPr lang="es-ES" sz="5800" dirty="0" smtClean="0">
                <a:solidFill>
                  <a:schemeClr val="accent2"/>
                </a:solidFill>
              </a:rPr>
            </a:br>
            <a:r>
              <a:rPr lang="es-ES" sz="5000" dirty="0" smtClean="0"/>
              <a:t>Y </a:t>
            </a:r>
            <a:br>
              <a:rPr lang="es-ES" sz="5000" dirty="0" smtClean="0"/>
            </a:br>
            <a:r>
              <a:rPr lang="es-ES" sz="5000" dirty="0" smtClean="0"/>
              <a:t>SVELTE</a:t>
            </a:r>
            <a:endParaRPr lang="es-ES" sz="5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62"/>
        <p:cNvGrpSpPr/>
        <p:nvPr/>
      </p:nvGrpSpPr>
      <p:grpSpPr>
        <a:xfrm>
          <a:off x="0" y="0"/>
          <a:ext cx="0" cy="0"/>
          <a:chOff x="0" y="0"/>
          <a:chExt cx="0" cy="0"/>
        </a:xfrm>
      </p:grpSpPr>
      <p:sp>
        <p:nvSpPr>
          <p:cNvPr id="2763" name="Google Shape;2763;p35"/>
          <p:cNvSpPr txBox="1">
            <a:spLocks noGrp="1"/>
          </p:cNvSpPr>
          <p:nvPr>
            <p:ph type="title"/>
          </p:nvPr>
        </p:nvSpPr>
        <p:spPr>
          <a:xfrm>
            <a:off x="713100" y="539400"/>
            <a:ext cx="7717800" cy="5727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p>
            <a:pPr lvl="0"/>
            <a:r>
              <a:rPr lang="es-ES" sz="2800" dirty="0" smtClean="0"/>
              <a:t>TABLA DE CONTENIDOS</a:t>
            </a:r>
            <a:endParaRPr lang="es-ES" sz="2800" dirty="0">
              <a:solidFill>
                <a:schemeClr val="accent2"/>
              </a:solidFill>
            </a:endParaRPr>
          </a:p>
        </p:txBody>
      </p:sp>
      <p:sp>
        <p:nvSpPr>
          <p:cNvPr id="2764" name="Google Shape;2764;p35"/>
          <p:cNvSpPr txBox="1">
            <a:spLocks noGrp="1"/>
          </p:cNvSpPr>
          <p:nvPr>
            <p:ph type="body" idx="1"/>
          </p:nvPr>
        </p:nvSpPr>
        <p:spPr>
          <a:xfrm>
            <a:off x="713100" y="1187700"/>
            <a:ext cx="7717800" cy="3416400"/>
          </a:xfrm>
          <a:prstGeom prst="rect">
            <a:avLst/>
          </a:prstGeom>
        </p:spPr>
        <p:txBody>
          <a:bodyPr spcFirstLastPara="1" wrap="square" lIns="91425" tIns="91425" rIns="91425" bIns="91425" anchor="t" anchorCtr="0">
            <a:noAutofit/>
          </a:bodyPr>
          <a:lstStyle/>
          <a:p>
            <a:pPr>
              <a:buFont typeface="Wingdings" panose="05000000000000000000" pitchFamily="2" charset="2"/>
              <a:buChar char="ü"/>
            </a:pPr>
            <a:r>
              <a:rPr lang="es-ES" dirty="0"/>
              <a:t>Stencil.js</a:t>
            </a:r>
          </a:p>
          <a:p>
            <a:pPr lvl="1">
              <a:buFont typeface="Wingdings" panose="05000000000000000000" pitchFamily="2" charset="2"/>
              <a:buChar char="ü"/>
            </a:pPr>
            <a:r>
              <a:rPr lang="es-ES" dirty="0"/>
              <a:t>¿Qué es Stencil.js?</a:t>
            </a:r>
          </a:p>
          <a:p>
            <a:pPr lvl="1">
              <a:buFont typeface="Wingdings" panose="05000000000000000000" pitchFamily="2" charset="2"/>
              <a:buChar char="ü"/>
            </a:pPr>
            <a:r>
              <a:rPr lang="es-ES" dirty="0"/>
              <a:t>Características Clave</a:t>
            </a:r>
          </a:p>
          <a:p>
            <a:pPr lvl="1">
              <a:buFont typeface="Wingdings" panose="05000000000000000000" pitchFamily="2" charset="2"/>
              <a:buChar char="ü"/>
            </a:pPr>
            <a:r>
              <a:rPr lang="es-ES" dirty="0"/>
              <a:t>Instalación y Uso</a:t>
            </a:r>
          </a:p>
          <a:p>
            <a:pPr lvl="1">
              <a:buFont typeface="Wingdings" panose="05000000000000000000" pitchFamily="2" charset="2"/>
              <a:buChar char="ü"/>
            </a:pPr>
            <a:r>
              <a:rPr lang="es-ES" dirty="0"/>
              <a:t>Ejemplo de un Componente</a:t>
            </a:r>
          </a:p>
          <a:p>
            <a:pPr lvl="1">
              <a:buFont typeface="Wingdings" panose="05000000000000000000" pitchFamily="2" charset="2"/>
              <a:buChar char="ü"/>
            </a:pPr>
            <a:r>
              <a:rPr lang="es-ES" dirty="0"/>
              <a:t>Ventajas de Stencil.js</a:t>
            </a:r>
          </a:p>
          <a:p>
            <a:pPr lvl="1">
              <a:buFont typeface="Wingdings" panose="05000000000000000000" pitchFamily="2" charset="2"/>
              <a:buChar char="ü"/>
            </a:pPr>
            <a:r>
              <a:rPr lang="es-ES" dirty="0"/>
              <a:t>Desventajas de Stencil.js</a:t>
            </a:r>
          </a:p>
          <a:p>
            <a:pPr>
              <a:buFont typeface="Wingdings" panose="05000000000000000000" pitchFamily="2" charset="2"/>
              <a:buChar char="ü"/>
            </a:pPr>
            <a:r>
              <a:rPr lang="es-ES" dirty="0"/>
              <a:t>Svelte</a:t>
            </a:r>
          </a:p>
          <a:p>
            <a:pPr lvl="1">
              <a:buFont typeface="Wingdings" panose="05000000000000000000" pitchFamily="2" charset="2"/>
              <a:buChar char="ü"/>
            </a:pPr>
            <a:r>
              <a:rPr lang="es-ES" dirty="0"/>
              <a:t>¿Qué es Svelte?</a:t>
            </a:r>
          </a:p>
          <a:p>
            <a:pPr lvl="1">
              <a:buFont typeface="Wingdings" panose="05000000000000000000" pitchFamily="2" charset="2"/>
              <a:buChar char="ü"/>
            </a:pPr>
            <a:r>
              <a:rPr lang="es-ES" dirty="0"/>
              <a:t>Características Clave</a:t>
            </a:r>
          </a:p>
          <a:p>
            <a:pPr lvl="1">
              <a:buFont typeface="Wingdings" panose="05000000000000000000" pitchFamily="2" charset="2"/>
              <a:buChar char="ü"/>
            </a:pPr>
            <a:r>
              <a:rPr lang="es-ES" dirty="0"/>
              <a:t>Instalación y Uso</a:t>
            </a:r>
          </a:p>
          <a:p>
            <a:pPr lvl="1">
              <a:buFont typeface="Wingdings" panose="05000000000000000000" pitchFamily="2" charset="2"/>
              <a:buChar char="ü"/>
            </a:pPr>
            <a:r>
              <a:rPr lang="es-ES" dirty="0"/>
              <a:t>Ejemplo de un Componente</a:t>
            </a:r>
          </a:p>
          <a:p>
            <a:pPr lvl="1">
              <a:buFont typeface="Wingdings" panose="05000000000000000000" pitchFamily="2" charset="2"/>
              <a:buChar char="ü"/>
            </a:pPr>
            <a:r>
              <a:rPr lang="es-ES" dirty="0"/>
              <a:t>Ventajas de Svelte</a:t>
            </a:r>
          </a:p>
          <a:p>
            <a:pPr lvl="1">
              <a:buFont typeface="Wingdings" panose="05000000000000000000" pitchFamily="2" charset="2"/>
              <a:buChar char="ü"/>
            </a:pPr>
            <a:r>
              <a:rPr lang="es-ES" dirty="0"/>
              <a:t>Desventajas de </a:t>
            </a:r>
            <a:r>
              <a:rPr lang="es-ES" dirty="0" err="1" smtClean="0"/>
              <a:t>Svelt</a:t>
            </a:r>
            <a:endParaRPr lang="es-ES" dirty="0" smtClean="0"/>
          </a:p>
          <a:p>
            <a:pPr lvl="1">
              <a:buFont typeface="Wingdings" panose="05000000000000000000" pitchFamily="2" charset="2"/>
              <a:buChar char="ü"/>
            </a:pPr>
            <a:r>
              <a:rPr lang="es-ES" dirty="0" smtClean="0"/>
              <a:t>Conclusión</a:t>
            </a:r>
            <a:endParaRPr lang="es-ES" dirty="0"/>
          </a:p>
          <a:p>
            <a:pPr marL="0" lvl="0" indent="0" algn="l" rtl="0">
              <a:spcBef>
                <a:spcPts val="0"/>
              </a:spcBef>
              <a:spcAft>
                <a:spcPts val="1200"/>
              </a:spcAft>
              <a:buNone/>
            </a:pPr>
            <a:endParaRPr dirty="0"/>
          </a:p>
        </p:txBody>
      </p:sp>
      <p:grpSp>
        <p:nvGrpSpPr>
          <p:cNvPr id="2765" name="Google Shape;2765;p35"/>
          <p:cNvGrpSpPr/>
          <p:nvPr/>
        </p:nvGrpSpPr>
        <p:grpSpPr>
          <a:xfrm>
            <a:off x="7126489" y="852727"/>
            <a:ext cx="883262" cy="242091"/>
            <a:chOff x="2300350" y="2601250"/>
            <a:chExt cx="2275275" cy="623625"/>
          </a:xfrm>
        </p:grpSpPr>
        <p:sp>
          <p:nvSpPr>
            <p:cNvPr id="2766" name="Google Shape;2766;p3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3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3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3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3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3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04"/>
        <p:cNvGrpSpPr/>
        <p:nvPr/>
      </p:nvGrpSpPr>
      <p:grpSpPr>
        <a:xfrm>
          <a:off x="0" y="0"/>
          <a:ext cx="0" cy="0"/>
          <a:chOff x="0" y="0"/>
          <a:chExt cx="0" cy="0"/>
        </a:xfrm>
      </p:grpSpPr>
      <p:pic>
        <p:nvPicPr>
          <p:cNvPr id="1026" name="Picture 2" descr="stencil/core - np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005" y="1256130"/>
            <a:ext cx="2823840" cy="2823841"/>
          </a:xfrm>
          <a:prstGeom prst="rect">
            <a:avLst/>
          </a:prstGeom>
          <a:noFill/>
          <a:extLst>
            <a:ext uri="{909E8E84-426E-40DD-AFC4-6F175D3DCCD1}">
              <a14:hiddenFill xmlns:a14="http://schemas.microsoft.com/office/drawing/2010/main">
                <a:solidFill>
                  <a:srgbClr val="FFFFFF"/>
                </a:solidFill>
              </a14:hiddenFill>
            </a:ext>
          </a:extLst>
        </p:spPr>
      </p:pic>
      <p:sp>
        <p:nvSpPr>
          <p:cNvPr id="2805" name="Google Shape;2805;p37"/>
          <p:cNvSpPr txBox="1">
            <a:spLocks noGrp="1"/>
          </p:cNvSpPr>
          <p:nvPr>
            <p:ph type="title"/>
          </p:nvPr>
        </p:nvSpPr>
        <p:spPr>
          <a:xfrm>
            <a:off x="668811" y="781868"/>
            <a:ext cx="4401600" cy="692735"/>
          </a:xfrm>
          <a:prstGeom prst="rect">
            <a:avLst/>
          </a:prstGeom>
        </p:spPr>
        <p:txBody>
          <a:bodyPr spcFirstLastPara="1" wrap="square" lIns="91425" tIns="91425" rIns="91425" bIns="91425" anchor="b" anchorCtr="0">
            <a:noAutofit/>
          </a:bodyPr>
          <a:lstStyle/>
          <a:p>
            <a:r>
              <a:rPr lang="es-ES" dirty="0" smtClean="0"/>
              <a:t>STENCIL.JS</a:t>
            </a:r>
            <a:endParaRPr lang="es-ES" dirty="0"/>
          </a:p>
        </p:txBody>
      </p:sp>
      <p:sp>
        <p:nvSpPr>
          <p:cNvPr id="2806" name="Google Shape;2806;p37"/>
          <p:cNvSpPr txBox="1">
            <a:spLocks noGrp="1"/>
          </p:cNvSpPr>
          <p:nvPr>
            <p:ph type="subTitle" idx="1"/>
          </p:nvPr>
        </p:nvSpPr>
        <p:spPr>
          <a:xfrm>
            <a:off x="940936" y="1819651"/>
            <a:ext cx="4401600" cy="1696800"/>
          </a:xfrm>
          <a:prstGeom prst="rect">
            <a:avLst/>
          </a:prstGeom>
        </p:spPr>
        <p:txBody>
          <a:bodyPr spcFirstLastPara="1" wrap="square" lIns="91425" tIns="91425" rIns="91425" bIns="91425" anchor="t" anchorCtr="0">
            <a:noAutofit/>
          </a:bodyPr>
          <a:lstStyle/>
          <a:p>
            <a:pPr marL="0" lvl="0" indent="0" algn="just"/>
            <a:r>
              <a:rPr lang="es-ES" dirty="0"/>
              <a:t>Stencil.js es un compilador de Web Components que permite crear componentes reutilizables, optimizados y compatibles con múltiples frameworks como </a:t>
            </a:r>
            <a:r>
              <a:rPr lang="es-ES" dirty="0" err="1"/>
              <a:t>React</a:t>
            </a:r>
            <a:r>
              <a:rPr lang="es-ES" dirty="0"/>
              <a:t>, Angular y Vue, además de usarse directamente en HTML sin dependencias externas. Su enfoque basado en estándares web modernos lo convierte en una solución eficiente para el desarrollo de interfaces de usuario altamente interoperables y livianas</a:t>
            </a:r>
            <a:r>
              <a:rPr lang="es-ES" dirty="0" smtClean="0"/>
              <a:t>.</a:t>
            </a:r>
          </a:p>
        </p:txBody>
      </p:sp>
      <p:sp>
        <p:nvSpPr>
          <p:cNvPr id="2808" name="Google Shape;2808;p37"/>
          <p:cNvSpPr/>
          <p:nvPr/>
        </p:nvSpPr>
        <p:spPr>
          <a:xfrm>
            <a:off x="-1414555" y="4201465"/>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7"/>
          <p:cNvSpPr/>
          <p:nvPr/>
        </p:nvSpPr>
        <p:spPr>
          <a:xfrm>
            <a:off x="-1111455" y="3922165"/>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0" name="Google Shape;2810;p37"/>
          <p:cNvGrpSpPr/>
          <p:nvPr/>
        </p:nvGrpSpPr>
        <p:grpSpPr>
          <a:xfrm rot="10800000">
            <a:off x="7471439" y="3616978"/>
            <a:ext cx="883262" cy="242091"/>
            <a:chOff x="2300350" y="2601250"/>
            <a:chExt cx="2275275" cy="623625"/>
          </a:xfrm>
        </p:grpSpPr>
        <p:sp>
          <p:nvSpPr>
            <p:cNvPr id="2811" name="Google Shape;2811;p37"/>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7"/>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7"/>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7"/>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7"/>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7"/>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7" name="Google Shape;2817;p37"/>
          <p:cNvGrpSpPr/>
          <p:nvPr/>
        </p:nvGrpSpPr>
        <p:grpSpPr>
          <a:xfrm rot="5400000">
            <a:off x="2345200" y="185400"/>
            <a:ext cx="98902" cy="553090"/>
            <a:chOff x="4898850" y="4820550"/>
            <a:chExt cx="98902" cy="553090"/>
          </a:xfrm>
        </p:grpSpPr>
        <p:sp>
          <p:nvSpPr>
            <p:cNvPr id="2818" name="Google Shape;2818;p37"/>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7"/>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7"/>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7"/>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7"/>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3" name="Google Shape;2823;p37"/>
          <p:cNvGrpSpPr/>
          <p:nvPr/>
        </p:nvGrpSpPr>
        <p:grpSpPr>
          <a:xfrm>
            <a:off x="2596239" y="4297878"/>
            <a:ext cx="883262" cy="242091"/>
            <a:chOff x="2300350" y="2601250"/>
            <a:chExt cx="2275275" cy="623625"/>
          </a:xfrm>
        </p:grpSpPr>
        <p:sp>
          <p:nvSpPr>
            <p:cNvPr id="2824" name="Google Shape;2824;p37"/>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7"/>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7"/>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7"/>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7"/>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7"/>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0" name="Google Shape;2830;p37"/>
          <p:cNvGrpSpPr/>
          <p:nvPr/>
        </p:nvGrpSpPr>
        <p:grpSpPr>
          <a:xfrm>
            <a:off x="4762192" y="4297866"/>
            <a:ext cx="1105976" cy="133969"/>
            <a:chOff x="8183182" y="663852"/>
            <a:chExt cx="1475028" cy="178673"/>
          </a:xfrm>
        </p:grpSpPr>
        <p:grpSp>
          <p:nvGrpSpPr>
            <p:cNvPr id="2831" name="Google Shape;2831;p37"/>
            <p:cNvGrpSpPr/>
            <p:nvPr/>
          </p:nvGrpSpPr>
          <p:grpSpPr>
            <a:xfrm>
              <a:off x="8183182" y="774425"/>
              <a:ext cx="1178025" cy="68100"/>
              <a:chOff x="2024450" y="204150"/>
              <a:chExt cx="1178025" cy="68100"/>
            </a:xfrm>
          </p:grpSpPr>
          <p:sp>
            <p:nvSpPr>
              <p:cNvPr id="2832" name="Google Shape;2832;p37"/>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37"/>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37"/>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37"/>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37"/>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37"/>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7"/>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7"/>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37"/>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37"/>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2" name="Google Shape;2842;p37"/>
            <p:cNvGrpSpPr/>
            <p:nvPr/>
          </p:nvGrpSpPr>
          <p:grpSpPr>
            <a:xfrm>
              <a:off x="8480185" y="663852"/>
              <a:ext cx="1178025" cy="68100"/>
              <a:chOff x="2024450" y="204150"/>
              <a:chExt cx="1178025" cy="68100"/>
            </a:xfrm>
          </p:grpSpPr>
          <p:sp>
            <p:nvSpPr>
              <p:cNvPr id="2843" name="Google Shape;2843;p37"/>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37"/>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37"/>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37"/>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37"/>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37"/>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37"/>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7"/>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7"/>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7"/>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56"/>
        <p:cNvGrpSpPr/>
        <p:nvPr/>
      </p:nvGrpSpPr>
      <p:grpSpPr>
        <a:xfrm>
          <a:off x="0" y="0"/>
          <a:ext cx="0" cy="0"/>
          <a:chOff x="0" y="0"/>
          <a:chExt cx="0" cy="0"/>
        </a:xfrm>
      </p:grpSpPr>
      <p:sp>
        <p:nvSpPr>
          <p:cNvPr id="2857" name="Google Shape;2857;p38"/>
          <p:cNvSpPr txBox="1">
            <a:spLocks noGrp="1"/>
          </p:cNvSpPr>
          <p:nvPr>
            <p:ph type="title"/>
          </p:nvPr>
        </p:nvSpPr>
        <p:spPr>
          <a:xfrm>
            <a:off x="1265928" y="109063"/>
            <a:ext cx="5830200" cy="1169400"/>
          </a:xfrm>
          <a:prstGeom prst="rect">
            <a:avLst/>
          </a:prstGeom>
        </p:spPr>
        <p:txBody>
          <a:bodyPr spcFirstLastPara="1" wrap="square" lIns="91425" tIns="91425" rIns="91425" bIns="91425" anchor="b" anchorCtr="0">
            <a:noAutofit/>
          </a:bodyPr>
          <a:lstStyle/>
          <a:p>
            <a:pPr lvl="0"/>
            <a:r>
              <a:rPr lang="es-ES" dirty="0"/>
              <a:t>💡Características Clave</a:t>
            </a:r>
            <a:endParaRPr dirty="0">
              <a:solidFill>
                <a:schemeClr val="accent2"/>
              </a:solidFill>
            </a:endParaRPr>
          </a:p>
        </p:txBody>
      </p:sp>
      <p:sp>
        <p:nvSpPr>
          <p:cNvPr id="2858" name="Google Shape;2858;p38"/>
          <p:cNvSpPr txBox="1">
            <a:spLocks noGrp="1"/>
          </p:cNvSpPr>
          <p:nvPr>
            <p:ph type="subTitle" idx="1"/>
          </p:nvPr>
        </p:nvSpPr>
        <p:spPr>
          <a:xfrm>
            <a:off x="1080996" y="1430607"/>
            <a:ext cx="5830200" cy="14214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s-ES" b="1" dirty="0"/>
              <a:t>Genera Web Components</a:t>
            </a:r>
            <a:r>
              <a:rPr lang="es-ES" dirty="0"/>
              <a:t>: Los componentes funcionan en cualquier framework o sin ninguno</a:t>
            </a:r>
            <a:r>
              <a:rPr lang="es-ES" dirty="0" smtClean="0"/>
              <a:t>.</a:t>
            </a:r>
          </a:p>
          <a:p>
            <a:pPr marL="139700" indent="0"/>
            <a:endParaRPr lang="es-ES" dirty="0"/>
          </a:p>
          <a:p>
            <a:pPr>
              <a:buFont typeface="Arial" panose="020B0604020202020204" pitchFamily="34" charset="0"/>
              <a:buChar char="•"/>
            </a:pPr>
            <a:r>
              <a:rPr lang="es-ES" b="1" dirty="0"/>
              <a:t>Soporte para JSX</a:t>
            </a:r>
            <a:r>
              <a:rPr lang="es-ES" dirty="0"/>
              <a:t>: Sintaxis similar a </a:t>
            </a:r>
            <a:r>
              <a:rPr lang="es-ES" dirty="0" err="1"/>
              <a:t>React</a:t>
            </a:r>
            <a:r>
              <a:rPr lang="es-ES" dirty="0"/>
              <a:t> para definir la UI</a:t>
            </a:r>
            <a:r>
              <a:rPr lang="es-ES" dirty="0" smtClean="0"/>
              <a:t>.</a:t>
            </a:r>
          </a:p>
          <a:p>
            <a:pPr>
              <a:buFont typeface="Arial" panose="020B0604020202020204" pitchFamily="34" charset="0"/>
              <a:buChar char="•"/>
            </a:pPr>
            <a:r>
              <a:rPr lang="es-ES" dirty="0"/>
              <a:t>interfaz de usuario o a la unidad internacional</a:t>
            </a:r>
            <a:endParaRPr lang="es-ES" dirty="0" smtClean="0"/>
          </a:p>
          <a:p>
            <a:pPr marL="139700" indent="0"/>
            <a:endParaRPr lang="es-ES" dirty="0"/>
          </a:p>
          <a:p>
            <a:pPr>
              <a:buFont typeface="Arial" panose="020B0604020202020204" pitchFamily="34" charset="0"/>
              <a:buChar char="•"/>
            </a:pPr>
            <a:r>
              <a:rPr lang="es-ES" b="1" dirty="0"/>
              <a:t>Renderizado basado en Virtual DOM</a:t>
            </a:r>
            <a:r>
              <a:rPr lang="es-ES" dirty="0"/>
              <a:t>: Optimiza la actualización del DOM</a:t>
            </a:r>
            <a:r>
              <a:rPr lang="es-ES" dirty="0" smtClean="0"/>
              <a:t>. </a:t>
            </a:r>
            <a:r>
              <a:rPr lang="es-ES" dirty="0"/>
              <a:t>(Modelo de Objetos del Documento)</a:t>
            </a:r>
            <a:endParaRPr lang="es-ES" dirty="0" smtClean="0"/>
          </a:p>
          <a:p>
            <a:pPr marL="139700" indent="0"/>
            <a:endParaRPr lang="es-ES" dirty="0"/>
          </a:p>
          <a:p>
            <a:pPr>
              <a:buFont typeface="Arial" panose="020B0604020202020204" pitchFamily="34" charset="0"/>
              <a:buChar char="•"/>
            </a:pPr>
            <a:r>
              <a:rPr lang="es-ES" b="1" dirty="0" err="1"/>
              <a:t>Lazy</a:t>
            </a:r>
            <a:r>
              <a:rPr lang="es-ES" b="1" dirty="0"/>
              <a:t> Loading</a:t>
            </a:r>
            <a:r>
              <a:rPr lang="es-ES" dirty="0"/>
              <a:t>: Carga componentes de manera diferida para mejorar el rendimiento</a:t>
            </a:r>
            <a:r>
              <a:rPr lang="es-ES" dirty="0" smtClean="0"/>
              <a:t>.</a:t>
            </a:r>
          </a:p>
          <a:p>
            <a:pPr marL="139700" indent="0"/>
            <a:endParaRPr lang="es-ES" dirty="0"/>
          </a:p>
          <a:p>
            <a:pPr>
              <a:buFont typeface="Arial" panose="020B0604020202020204" pitchFamily="34" charset="0"/>
              <a:buChar char="•"/>
            </a:pPr>
            <a:r>
              <a:rPr lang="es-ES" b="1" dirty="0" err="1"/>
              <a:t>Binding</a:t>
            </a:r>
            <a:r>
              <a:rPr lang="es-ES" b="1" dirty="0"/>
              <a:t> y </a:t>
            </a:r>
            <a:r>
              <a:rPr lang="es-ES" b="1" dirty="0" err="1"/>
              <a:t>Props</a:t>
            </a:r>
            <a:r>
              <a:rPr lang="es-ES" dirty="0"/>
              <a:t>: Permite pasar datos entre componentes de forma eficiente</a:t>
            </a:r>
            <a:r>
              <a:rPr lang="es-ES" dirty="0" smtClean="0"/>
              <a:t>.</a:t>
            </a:r>
          </a:p>
          <a:p>
            <a:pPr marL="139700" indent="0"/>
            <a:endParaRPr lang="es-ES" dirty="0"/>
          </a:p>
          <a:p>
            <a:pPr>
              <a:buFont typeface="Arial" panose="020B0604020202020204" pitchFamily="34" charset="0"/>
              <a:buChar char="•"/>
            </a:pPr>
            <a:r>
              <a:rPr lang="es-ES" b="1" dirty="0"/>
              <a:t>Integraciones con Frameworks</a:t>
            </a:r>
            <a:r>
              <a:rPr lang="es-ES" dirty="0"/>
              <a:t>: Compatible con </a:t>
            </a:r>
            <a:r>
              <a:rPr lang="es-ES" dirty="0" err="1"/>
              <a:t>React</a:t>
            </a:r>
            <a:r>
              <a:rPr lang="es-ES" dirty="0"/>
              <a:t>, Angular y Vue.</a:t>
            </a:r>
          </a:p>
        </p:txBody>
      </p:sp>
      <p:grpSp>
        <p:nvGrpSpPr>
          <p:cNvPr id="2859" name="Google Shape;2859;p38"/>
          <p:cNvGrpSpPr/>
          <p:nvPr/>
        </p:nvGrpSpPr>
        <p:grpSpPr>
          <a:xfrm flipH="1">
            <a:off x="6778857" y="4840423"/>
            <a:ext cx="883262" cy="242091"/>
            <a:chOff x="2300350" y="2601250"/>
            <a:chExt cx="2275275" cy="623625"/>
          </a:xfrm>
        </p:grpSpPr>
        <p:sp>
          <p:nvSpPr>
            <p:cNvPr id="2860" name="Google Shape;2860;p38"/>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38"/>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38"/>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8"/>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38"/>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38"/>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6" name="Google Shape;2866;p38"/>
          <p:cNvGrpSpPr/>
          <p:nvPr/>
        </p:nvGrpSpPr>
        <p:grpSpPr>
          <a:xfrm>
            <a:off x="6397851" y="1075319"/>
            <a:ext cx="1252897" cy="51000"/>
            <a:chOff x="2915381" y="4104819"/>
            <a:chExt cx="1252897" cy="51000"/>
          </a:xfrm>
        </p:grpSpPr>
        <p:sp>
          <p:nvSpPr>
            <p:cNvPr id="2867" name="Google Shape;2867;p38"/>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38"/>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38"/>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38"/>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38"/>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38"/>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38"/>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38"/>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38"/>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38"/>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38"/>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38"/>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38"/>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38"/>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1" name="Google Shape;2881;p38"/>
          <p:cNvGrpSpPr/>
          <p:nvPr/>
        </p:nvGrpSpPr>
        <p:grpSpPr>
          <a:xfrm rot="5400000">
            <a:off x="7822000" y="3988625"/>
            <a:ext cx="98902" cy="553090"/>
            <a:chOff x="4898850" y="4820550"/>
            <a:chExt cx="98902" cy="553090"/>
          </a:xfrm>
        </p:grpSpPr>
        <p:sp>
          <p:nvSpPr>
            <p:cNvPr id="2882" name="Google Shape;2882;p38"/>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38"/>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38"/>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38"/>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38"/>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7" name="Google Shape;2887;p38"/>
          <p:cNvGrpSpPr/>
          <p:nvPr/>
        </p:nvGrpSpPr>
        <p:grpSpPr>
          <a:xfrm>
            <a:off x="1286666" y="4878561"/>
            <a:ext cx="1105976" cy="133969"/>
            <a:chOff x="8183182" y="663852"/>
            <a:chExt cx="1475028" cy="178673"/>
          </a:xfrm>
        </p:grpSpPr>
        <p:grpSp>
          <p:nvGrpSpPr>
            <p:cNvPr id="2888" name="Google Shape;2888;p38"/>
            <p:cNvGrpSpPr/>
            <p:nvPr/>
          </p:nvGrpSpPr>
          <p:grpSpPr>
            <a:xfrm>
              <a:off x="8183182" y="774425"/>
              <a:ext cx="1178025" cy="68100"/>
              <a:chOff x="2024450" y="204150"/>
              <a:chExt cx="1178025" cy="68100"/>
            </a:xfrm>
          </p:grpSpPr>
          <p:sp>
            <p:nvSpPr>
              <p:cNvPr id="2889" name="Google Shape;2889;p38"/>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38"/>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38"/>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38"/>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38"/>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38"/>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38"/>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8"/>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8"/>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8"/>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9" name="Google Shape;2899;p38"/>
            <p:cNvGrpSpPr/>
            <p:nvPr/>
          </p:nvGrpSpPr>
          <p:grpSpPr>
            <a:xfrm>
              <a:off x="8480185" y="663852"/>
              <a:ext cx="1178025" cy="68100"/>
              <a:chOff x="2024450" y="204150"/>
              <a:chExt cx="1178025" cy="68100"/>
            </a:xfrm>
          </p:grpSpPr>
          <p:sp>
            <p:nvSpPr>
              <p:cNvPr id="2900" name="Google Shape;2900;p38"/>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38"/>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38"/>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8"/>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8"/>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8"/>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8"/>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8"/>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8"/>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8"/>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13"/>
        <p:cNvGrpSpPr/>
        <p:nvPr/>
      </p:nvGrpSpPr>
      <p:grpSpPr>
        <a:xfrm>
          <a:off x="0" y="0"/>
          <a:ext cx="0" cy="0"/>
          <a:chOff x="0" y="0"/>
          <a:chExt cx="0" cy="0"/>
        </a:xfrm>
      </p:grpSpPr>
      <p:sp>
        <p:nvSpPr>
          <p:cNvPr id="2914" name="Google Shape;2914;p39"/>
          <p:cNvSpPr txBox="1">
            <a:spLocks noGrp="1"/>
          </p:cNvSpPr>
          <p:nvPr>
            <p:ph type="title"/>
          </p:nvPr>
        </p:nvSpPr>
        <p:spPr>
          <a:xfrm>
            <a:off x="976163" y="1298744"/>
            <a:ext cx="6726900" cy="841800"/>
          </a:xfrm>
          <a:prstGeom prst="rect">
            <a:avLst/>
          </a:prstGeom>
        </p:spPr>
        <p:txBody>
          <a:bodyPr spcFirstLastPara="1" wrap="square" lIns="91425" tIns="91425" rIns="91425" bIns="91425" anchor="b" anchorCtr="0">
            <a:noAutofit/>
          </a:bodyPr>
          <a:lstStyle/>
          <a:p>
            <a:r>
              <a:rPr lang="es-ES" dirty="0"/>
              <a:t>📚 Instalación y Uso</a:t>
            </a:r>
            <a:br>
              <a:rPr lang="es-ES" dirty="0"/>
            </a:br>
            <a:r>
              <a:rPr lang="es-ES" dirty="0"/>
              <a:t>Para empezar con Stencil.js:</a:t>
            </a:r>
          </a:p>
        </p:txBody>
      </p:sp>
      <p:sp>
        <p:nvSpPr>
          <p:cNvPr id="2915" name="Google Shape;2915;p39"/>
          <p:cNvSpPr txBox="1">
            <a:spLocks noGrp="1"/>
          </p:cNvSpPr>
          <p:nvPr>
            <p:ph type="subTitle" idx="1"/>
          </p:nvPr>
        </p:nvSpPr>
        <p:spPr>
          <a:xfrm>
            <a:off x="976163" y="3164401"/>
            <a:ext cx="6726900" cy="920700"/>
          </a:xfrm>
          <a:prstGeom prst="rect">
            <a:avLst/>
          </a:prstGeom>
        </p:spPr>
        <p:txBody>
          <a:bodyPr spcFirstLastPara="1" wrap="square" lIns="91425" tIns="91425" rIns="91425" bIns="91425" anchor="t" anchorCtr="0">
            <a:noAutofit/>
          </a:bodyPr>
          <a:lstStyle/>
          <a:p>
            <a:r>
              <a:rPr lang="es-ES" dirty="0"/>
              <a:t>Esto crea un proyecto base con configuración lista para crear Web Components.</a:t>
            </a:r>
          </a:p>
        </p:txBody>
      </p:sp>
      <p:grpSp>
        <p:nvGrpSpPr>
          <p:cNvPr id="2917" name="Google Shape;2917;p39"/>
          <p:cNvGrpSpPr/>
          <p:nvPr/>
        </p:nvGrpSpPr>
        <p:grpSpPr>
          <a:xfrm rot="-5400000">
            <a:off x="2746096" y="-164363"/>
            <a:ext cx="1823016" cy="296643"/>
            <a:chOff x="7857346" y="3902355"/>
            <a:chExt cx="1823016" cy="296643"/>
          </a:xfrm>
        </p:grpSpPr>
        <p:sp>
          <p:nvSpPr>
            <p:cNvPr id="2918" name="Google Shape;2918;p39"/>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9"/>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9"/>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39"/>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39"/>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39"/>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4" name="Google Shape;2924;p39"/>
          <p:cNvGrpSpPr/>
          <p:nvPr/>
        </p:nvGrpSpPr>
        <p:grpSpPr>
          <a:xfrm rot="5400000">
            <a:off x="1639375" y="1028400"/>
            <a:ext cx="98902" cy="553090"/>
            <a:chOff x="4898850" y="4820550"/>
            <a:chExt cx="98902" cy="553090"/>
          </a:xfrm>
        </p:grpSpPr>
        <p:sp>
          <p:nvSpPr>
            <p:cNvPr id="2925" name="Google Shape;2925;p39"/>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9"/>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9"/>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9"/>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9"/>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0" name="Google Shape;2930;p39"/>
          <p:cNvGrpSpPr/>
          <p:nvPr/>
        </p:nvGrpSpPr>
        <p:grpSpPr>
          <a:xfrm>
            <a:off x="1609176" y="4434219"/>
            <a:ext cx="1252897" cy="51000"/>
            <a:chOff x="2915381" y="4104819"/>
            <a:chExt cx="1252897" cy="51000"/>
          </a:xfrm>
        </p:grpSpPr>
        <p:sp>
          <p:nvSpPr>
            <p:cNvPr id="2931" name="Google Shape;2931;p39"/>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39"/>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39"/>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39"/>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9"/>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9"/>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9"/>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9"/>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9"/>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9"/>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9"/>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9"/>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9"/>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9"/>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5" name="Google Shape;2945;p39"/>
          <p:cNvGrpSpPr/>
          <p:nvPr/>
        </p:nvGrpSpPr>
        <p:grpSpPr>
          <a:xfrm>
            <a:off x="5495767" y="691791"/>
            <a:ext cx="1105976" cy="133969"/>
            <a:chOff x="8183182" y="663852"/>
            <a:chExt cx="1475028" cy="178673"/>
          </a:xfrm>
        </p:grpSpPr>
        <p:grpSp>
          <p:nvGrpSpPr>
            <p:cNvPr id="2946" name="Google Shape;2946;p39"/>
            <p:cNvGrpSpPr/>
            <p:nvPr/>
          </p:nvGrpSpPr>
          <p:grpSpPr>
            <a:xfrm>
              <a:off x="8183182" y="774425"/>
              <a:ext cx="1178025" cy="68100"/>
              <a:chOff x="2024450" y="204150"/>
              <a:chExt cx="1178025" cy="68100"/>
            </a:xfrm>
          </p:grpSpPr>
          <p:sp>
            <p:nvSpPr>
              <p:cNvPr id="2947" name="Google Shape;2947;p3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7" name="Google Shape;2957;p39"/>
            <p:cNvGrpSpPr/>
            <p:nvPr/>
          </p:nvGrpSpPr>
          <p:grpSpPr>
            <a:xfrm>
              <a:off x="8480185" y="663852"/>
              <a:ext cx="1178025" cy="68100"/>
              <a:chOff x="2024450" y="204150"/>
              <a:chExt cx="1178025" cy="68100"/>
            </a:xfrm>
          </p:grpSpPr>
          <p:sp>
            <p:nvSpPr>
              <p:cNvPr id="2958" name="Google Shape;2958;p3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3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3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3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3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3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3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3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68" name="Google Shape;2968;p39"/>
          <p:cNvGrpSpPr/>
          <p:nvPr/>
        </p:nvGrpSpPr>
        <p:grpSpPr>
          <a:xfrm rot="5400000">
            <a:off x="5968600" y="4273462"/>
            <a:ext cx="98902" cy="553090"/>
            <a:chOff x="4898850" y="4820550"/>
            <a:chExt cx="98902" cy="553090"/>
          </a:xfrm>
        </p:grpSpPr>
        <p:sp>
          <p:nvSpPr>
            <p:cNvPr id="2969" name="Google Shape;2969;p39"/>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9"/>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9"/>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9"/>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9"/>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Imagen 1"/>
          <p:cNvPicPr>
            <a:picLocks noChangeAspect="1"/>
          </p:cNvPicPr>
          <p:nvPr/>
        </p:nvPicPr>
        <p:blipFill rotWithShape="1">
          <a:blip r:embed="rId3"/>
          <a:srcRect r="63207"/>
          <a:stretch/>
        </p:blipFill>
        <p:spPr>
          <a:xfrm>
            <a:off x="3224122" y="2140544"/>
            <a:ext cx="1805077" cy="87642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7"/>
        <p:cNvGrpSpPr/>
        <p:nvPr/>
      </p:nvGrpSpPr>
      <p:grpSpPr>
        <a:xfrm>
          <a:off x="0" y="0"/>
          <a:ext cx="0" cy="0"/>
          <a:chOff x="0" y="0"/>
          <a:chExt cx="0" cy="0"/>
        </a:xfrm>
      </p:grpSpPr>
      <p:sp>
        <p:nvSpPr>
          <p:cNvPr id="2980" name="Google Shape;2980;p40"/>
          <p:cNvSpPr txBox="1"/>
          <p:nvPr/>
        </p:nvSpPr>
        <p:spPr>
          <a:xfrm>
            <a:off x="2669490" y="636040"/>
            <a:ext cx="3508026" cy="273900"/>
          </a:xfrm>
          <a:prstGeom prst="rect">
            <a:avLst/>
          </a:prstGeom>
          <a:noFill/>
          <a:ln>
            <a:noFill/>
          </a:ln>
        </p:spPr>
        <p:txBody>
          <a:bodyPr spcFirstLastPara="1" wrap="square" lIns="91425" tIns="91425" rIns="91425" bIns="91425" anchor="ctr" anchorCtr="0">
            <a:noAutofit/>
          </a:bodyPr>
          <a:lstStyle/>
          <a:p>
            <a:pPr lvl="0"/>
            <a:r>
              <a:rPr lang="es-ES" dirty="0">
                <a:solidFill>
                  <a:schemeClr val="lt1"/>
                </a:solidFill>
                <a:latin typeface="PT Sans"/>
                <a:ea typeface="PT Sans"/>
                <a:cs typeface="PT Sans"/>
                <a:sym typeface="PT Sans"/>
              </a:rPr>
              <a:t>📚 Ejemplo de un Componente en Stencil.js</a:t>
            </a:r>
            <a:endParaRPr b="1" dirty="0">
              <a:solidFill>
                <a:schemeClr val="lt1"/>
              </a:solidFill>
              <a:latin typeface="PT Sans"/>
              <a:ea typeface="PT Sans"/>
              <a:cs typeface="PT Sans"/>
              <a:sym typeface="PT Sans"/>
            </a:endParaRPr>
          </a:p>
        </p:txBody>
      </p:sp>
      <p:grpSp>
        <p:nvGrpSpPr>
          <p:cNvPr id="3001" name="Google Shape;3001;p40"/>
          <p:cNvGrpSpPr/>
          <p:nvPr/>
        </p:nvGrpSpPr>
        <p:grpSpPr>
          <a:xfrm>
            <a:off x="7809182" y="1196629"/>
            <a:ext cx="2250993" cy="228146"/>
            <a:chOff x="7809182" y="1151604"/>
            <a:chExt cx="2250993" cy="228146"/>
          </a:xfrm>
        </p:grpSpPr>
        <p:sp>
          <p:nvSpPr>
            <p:cNvPr id="3002" name="Google Shape;3002;p40"/>
            <p:cNvSpPr/>
            <p:nvPr/>
          </p:nvSpPr>
          <p:spPr>
            <a:xfrm rot="10800000">
              <a:off x="7809182" y="1151604"/>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0"/>
            <p:cNvSpPr/>
            <p:nvPr/>
          </p:nvSpPr>
          <p:spPr>
            <a:xfrm rot="10800000">
              <a:off x="8065475" y="1311650"/>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0" name="Google Shape;3010;p40"/>
          <p:cNvSpPr/>
          <p:nvPr/>
        </p:nvSpPr>
        <p:spPr>
          <a:xfrm>
            <a:off x="7602750" y="897150"/>
            <a:ext cx="448500" cy="517500"/>
          </a:xfrm>
          <a:prstGeom prst="rect">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Imagen 4"/>
          <p:cNvPicPr>
            <a:picLocks noChangeAspect="1"/>
          </p:cNvPicPr>
          <p:nvPr/>
        </p:nvPicPr>
        <p:blipFill>
          <a:blip r:embed="rId3"/>
          <a:stretch>
            <a:fillRect/>
          </a:stretch>
        </p:blipFill>
        <p:spPr>
          <a:xfrm>
            <a:off x="2263126" y="1196629"/>
            <a:ext cx="4339692" cy="306878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14"/>
        <p:cNvGrpSpPr/>
        <p:nvPr/>
      </p:nvGrpSpPr>
      <p:grpSpPr>
        <a:xfrm>
          <a:off x="0" y="0"/>
          <a:ext cx="0" cy="0"/>
          <a:chOff x="0" y="0"/>
          <a:chExt cx="0" cy="0"/>
        </a:xfrm>
      </p:grpSpPr>
      <p:sp>
        <p:nvSpPr>
          <p:cNvPr id="3015" name="Google Shape;3015;p41"/>
          <p:cNvSpPr txBox="1">
            <a:spLocks noGrp="1"/>
          </p:cNvSpPr>
          <p:nvPr>
            <p:ph type="title"/>
          </p:nvPr>
        </p:nvSpPr>
        <p:spPr>
          <a:xfrm>
            <a:off x="613051" y="677625"/>
            <a:ext cx="7717800" cy="5727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p>
            <a:pPr lvl="0" algn="ctr"/>
            <a:r>
              <a:rPr lang="es-ES" dirty="0" smtClean="0"/>
              <a:t>Explicación </a:t>
            </a:r>
            <a:r>
              <a:rPr lang="es-ES" dirty="0"/>
              <a:t>del Código: Creación de un Web Component con </a:t>
            </a:r>
            <a:r>
              <a:rPr lang="es-ES" dirty="0" smtClean="0"/>
              <a:t>Stencil.js</a:t>
            </a:r>
            <a:endParaRPr dirty="0"/>
          </a:p>
        </p:txBody>
      </p:sp>
      <p:grpSp>
        <p:nvGrpSpPr>
          <p:cNvPr id="3020" name="Google Shape;3020;p41"/>
          <p:cNvGrpSpPr/>
          <p:nvPr/>
        </p:nvGrpSpPr>
        <p:grpSpPr>
          <a:xfrm>
            <a:off x="7284372" y="4327389"/>
            <a:ext cx="649405" cy="649405"/>
            <a:chOff x="2292475" y="1241300"/>
            <a:chExt cx="3605800" cy="3605800"/>
          </a:xfrm>
        </p:grpSpPr>
        <p:sp>
          <p:nvSpPr>
            <p:cNvPr id="3021" name="Google Shape;3021;p41"/>
            <p:cNvSpPr/>
            <p:nvPr/>
          </p:nvSpPr>
          <p:spPr>
            <a:xfrm>
              <a:off x="2644500" y="2377775"/>
              <a:ext cx="2900725" cy="1623850"/>
            </a:xfrm>
            <a:custGeom>
              <a:avLst/>
              <a:gdLst/>
              <a:ahLst/>
              <a:cxnLst/>
              <a:rect l="l" t="t" r="r" b="b"/>
              <a:pathLst>
                <a:path w="116029" h="64954" extrusionOk="0">
                  <a:moveTo>
                    <a:pt x="8466" y="56244"/>
                  </a:moveTo>
                  <a:lnTo>
                    <a:pt x="53803" y="56244"/>
                  </a:lnTo>
                  <a:lnTo>
                    <a:pt x="53803" y="64953"/>
                  </a:lnTo>
                  <a:lnTo>
                    <a:pt x="62227" y="64953"/>
                  </a:lnTo>
                  <a:lnTo>
                    <a:pt x="62227" y="56244"/>
                  </a:lnTo>
                  <a:lnTo>
                    <a:pt x="107604" y="56244"/>
                  </a:lnTo>
                  <a:lnTo>
                    <a:pt x="107604" y="64953"/>
                  </a:lnTo>
                  <a:lnTo>
                    <a:pt x="116029" y="64953"/>
                  </a:lnTo>
                  <a:lnTo>
                    <a:pt x="116029" y="52011"/>
                  </a:lnTo>
                  <a:cubicBezTo>
                    <a:pt x="116029" y="49692"/>
                    <a:pt x="114157" y="47779"/>
                    <a:pt x="111837" y="47779"/>
                  </a:cubicBezTo>
                  <a:lnTo>
                    <a:pt x="62227" y="47779"/>
                  </a:lnTo>
                  <a:lnTo>
                    <a:pt x="62227" y="33413"/>
                  </a:lnTo>
                  <a:lnTo>
                    <a:pt x="96006" y="33413"/>
                  </a:lnTo>
                  <a:cubicBezTo>
                    <a:pt x="101540" y="33413"/>
                    <a:pt x="106058" y="28895"/>
                    <a:pt x="106058" y="23360"/>
                  </a:cubicBezTo>
                  <a:lnTo>
                    <a:pt x="106058" y="4029"/>
                  </a:lnTo>
                  <a:cubicBezTo>
                    <a:pt x="106058" y="2605"/>
                    <a:pt x="105732" y="1221"/>
                    <a:pt x="105203" y="0"/>
                  </a:cubicBezTo>
                  <a:cubicBezTo>
                    <a:pt x="102476" y="1547"/>
                    <a:pt x="99343" y="2442"/>
                    <a:pt x="96006" y="2442"/>
                  </a:cubicBezTo>
                  <a:lnTo>
                    <a:pt x="20024" y="2442"/>
                  </a:lnTo>
                  <a:cubicBezTo>
                    <a:pt x="16687" y="2442"/>
                    <a:pt x="13553" y="1547"/>
                    <a:pt x="10826" y="0"/>
                  </a:cubicBezTo>
                  <a:cubicBezTo>
                    <a:pt x="10297" y="1221"/>
                    <a:pt x="9972" y="2605"/>
                    <a:pt x="9972" y="4029"/>
                  </a:cubicBezTo>
                  <a:lnTo>
                    <a:pt x="9972" y="23360"/>
                  </a:lnTo>
                  <a:cubicBezTo>
                    <a:pt x="9972" y="28895"/>
                    <a:pt x="14489" y="33413"/>
                    <a:pt x="20024" y="33413"/>
                  </a:cubicBezTo>
                  <a:lnTo>
                    <a:pt x="53803" y="33413"/>
                  </a:lnTo>
                  <a:lnTo>
                    <a:pt x="53803" y="47779"/>
                  </a:lnTo>
                  <a:lnTo>
                    <a:pt x="4233" y="47779"/>
                  </a:lnTo>
                  <a:cubicBezTo>
                    <a:pt x="1873" y="47779"/>
                    <a:pt x="1" y="49692"/>
                    <a:pt x="1" y="52011"/>
                  </a:cubicBezTo>
                  <a:lnTo>
                    <a:pt x="1" y="64953"/>
                  </a:lnTo>
                  <a:lnTo>
                    <a:pt x="8466" y="64953"/>
                  </a:lnTo>
                  <a:lnTo>
                    <a:pt x="8466" y="56244"/>
                  </a:lnTo>
                  <a:close/>
                  <a:moveTo>
                    <a:pt x="84936" y="12047"/>
                  </a:moveTo>
                  <a:cubicBezTo>
                    <a:pt x="87378" y="12047"/>
                    <a:pt x="89372" y="14041"/>
                    <a:pt x="89372" y="16523"/>
                  </a:cubicBezTo>
                  <a:cubicBezTo>
                    <a:pt x="89372" y="18965"/>
                    <a:pt x="87378" y="20959"/>
                    <a:pt x="84936" y="20959"/>
                  </a:cubicBezTo>
                  <a:cubicBezTo>
                    <a:pt x="82453" y="20959"/>
                    <a:pt x="80459" y="18965"/>
                    <a:pt x="80459" y="16523"/>
                  </a:cubicBezTo>
                  <a:cubicBezTo>
                    <a:pt x="80459" y="14041"/>
                    <a:pt x="82453" y="12047"/>
                    <a:pt x="84936" y="12047"/>
                  </a:cubicBezTo>
                  <a:close/>
                  <a:moveTo>
                    <a:pt x="47820" y="20756"/>
                  </a:moveTo>
                  <a:lnTo>
                    <a:pt x="28285" y="20756"/>
                  </a:lnTo>
                  <a:cubicBezTo>
                    <a:pt x="25966" y="20756"/>
                    <a:pt x="24094" y="18843"/>
                    <a:pt x="24094" y="16523"/>
                  </a:cubicBezTo>
                  <a:cubicBezTo>
                    <a:pt x="24094" y="14204"/>
                    <a:pt x="25966" y="12291"/>
                    <a:pt x="28285" y="12291"/>
                  </a:cubicBezTo>
                  <a:lnTo>
                    <a:pt x="47820" y="12291"/>
                  </a:lnTo>
                  <a:cubicBezTo>
                    <a:pt x="50181" y="12291"/>
                    <a:pt x="52053" y="14204"/>
                    <a:pt x="52053" y="16523"/>
                  </a:cubicBezTo>
                  <a:cubicBezTo>
                    <a:pt x="52053" y="18843"/>
                    <a:pt x="50181" y="20756"/>
                    <a:pt x="47820" y="2075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41"/>
            <p:cNvSpPr/>
            <p:nvPr/>
          </p:nvSpPr>
          <p:spPr>
            <a:xfrm>
              <a:off x="2292475" y="4213225"/>
              <a:ext cx="915725" cy="633875"/>
            </a:xfrm>
            <a:custGeom>
              <a:avLst/>
              <a:gdLst/>
              <a:ahLst/>
              <a:cxnLst/>
              <a:rect l="l" t="t" r="r" b="b"/>
              <a:pathLst>
                <a:path w="36629" h="25355" extrusionOk="0">
                  <a:moveTo>
                    <a:pt x="32396" y="0"/>
                  </a:moveTo>
                  <a:lnTo>
                    <a:pt x="4192" y="0"/>
                  </a:lnTo>
                  <a:cubicBezTo>
                    <a:pt x="1873" y="0"/>
                    <a:pt x="1" y="1913"/>
                    <a:pt x="1" y="4233"/>
                  </a:cubicBezTo>
                  <a:lnTo>
                    <a:pt x="1" y="21122"/>
                  </a:lnTo>
                  <a:cubicBezTo>
                    <a:pt x="1" y="23482"/>
                    <a:pt x="1873" y="25354"/>
                    <a:pt x="4192" y="25354"/>
                  </a:cubicBezTo>
                  <a:lnTo>
                    <a:pt x="32396" y="25354"/>
                  </a:lnTo>
                  <a:cubicBezTo>
                    <a:pt x="34715" y="25354"/>
                    <a:pt x="36628" y="23482"/>
                    <a:pt x="36628" y="21122"/>
                  </a:cubicBezTo>
                  <a:lnTo>
                    <a:pt x="36628" y="4233"/>
                  </a:lnTo>
                  <a:cubicBezTo>
                    <a:pt x="36628" y="1913"/>
                    <a:pt x="34715" y="0"/>
                    <a:pt x="323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41"/>
            <p:cNvSpPr/>
            <p:nvPr/>
          </p:nvSpPr>
          <p:spPr>
            <a:xfrm>
              <a:off x="4981550" y="4213225"/>
              <a:ext cx="916725" cy="633875"/>
            </a:xfrm>
            <a:custGeom>
              <a:avLst/>
              <a:gdLst/>
              <a:ahLst/>
              <a:cxnLst/>
              <a:rect l="l" t="t" r="r" b="b"/>
              <a:pathLst>
                <a:path w="36669" h="25355" extrusionOk="0">
                  <a:moveTo>
                    <a:pt x="32436" y="0"/>
                  </a:moveTo>
                  <a:lnTo>
                    <a:pt x="4233" y="0"/>
                  </a:lnTo>
                  <a:cubicBezTo>
                    <a:pt x="1913" y="0"/>
                    <a:pt x="0" y="1913"/>
                    <a:pt x="0" y="4233"/>
                  </a:cubicBezTo>
                  <a:lnTo>
                    <a:pt x="0" y="21122"/>
                  </a:lnTo>
                  <a:cubicBezTo>
                    <a:pt x="0" y="23482"/>
                    <a:pt x="1913" y="25354"/>
                    <a:pt x="4233" y="25354"/>
                  </a:cubicBezTo>
                  <a:lnTo>
                    <a:pt x="32436" y="25354"/>
                  </a:lnTo>
                  <a:cubicBezTo>
                    <a:pt x="34756" y="25354"/>
                    <a:pt x="36669" y="23482"/>
                    <a:pt x="36669" y="21122"/>
                  </a:cubicBezTo>
                  <a:lnTo>
                    <a:pt x="36669" y="4233"/>
                  </a:lnTo>
                  <a:cubicBezTo>
                    <a:pt x="36669" y="1913"/>
                    <a:pt x="34756" y="0"/>
                    <a:pt x="32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41"/>
            <p:cNvSpPr/>
            <p:nvPr/>
          </p:nvSpPr>
          <p:spPr>
            <a:xfrm>
              <a:off x="3637525" y="4213225"/>
              <a:ext cx="915700" cy="633875"/>
            </a:xfrm>
            <a:custGeom>
              <a:avLst/>
              <a:gdLst/>
              <a:ahLst/>
              <a:cxnLst/>
              <a:rect l="l" t="t" r="r" b="b"/>
              <a:pathLst>
                <a:path w="36628" h="25355" extrusionOk="0">
                  <a:moveTo>
                    <a:pt x="32395" y="0"/>
                  </a:moveTo>
                  <a:lnTo>
                    <a:pt x="4192" y="0"/>
                  </a:lnTo>
                  <a:cubicBezTo>
                    <a:pt x="1872" y="0"/>
                    <a:pt x="0" y="1913"/>
                    <a:pt x="0" y="4233"/>
                  </a:cubicBezTo>
                  <a:lnTo>
                    <a:pt x="0" y="21122"/>
                  </a:lnTo>
                  <a:cubicBezTo>
                    <a:pt x="0" y="23482"/>
                    <a:pt x="1872" y="25354"/>
                    <a:pt x="4192" y="25354"/>
                  </a:cubicBezTo>
                  <a:lnTo>
                    <a:pt x="32395" y="25354"/>
                  </a:lnTo>
                  <a:cubicBezTo>
                    <a:pt x="34715" y="25354"/>
                    <a:pt x="36628" y="23482"/>
                    <a:pt x="36628" y="21122"/>
                  </a:cubicBezTo>
                  <a:lnTo>
                    <a:pt x="36628" y="4233"/>
                  </a:lnTo>
                  <a:cubicBezTo>
                    <a:pt x="36628" y="1913"/>
                    <a:pt x="34715" y="0"/>
                    <a:pt x="323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41"/>
            <p:cNvSpPr/>
            <p:nvPr/>
          </p:nvSpPr>
          <p:spPr>
            <a:xfrm>
              <a:off x="2893775" y="1241300"/>
              <a:ext cx="2402175" cy="985925"/>
            </a:xfrm>
            <a:custGeom>
              <a:avLst/>
              <a:gdLst/>
              <a:ahLst/>
              <a:cxnLst/>
              <a:rect l="l" t="t" r="r" b="b"/>
              <a:pathLst>
                <a:path w="96087" h="39437" extrusionOk="0">
                  <a:moveTo>
                    <a:pt x="10053" y="39436"/>
                  </a:moveTo>
                  <a:lnTo>
                    <a:pt x="86035" y="39436"/>
                  </a:lnTo>
                  <a:cubicBezTo>
                    <a:pt x="91569" y="39436"/>
                    <a:pt x="96087" y="34919"/>
                    <a:pt x="96087" y="29384"/>
                  </a:cubicBezTo>
                  <a:lnTo>
                    <a:pt x="96087" y="10053"/>
                  </a:lnTo>
                  <a:cubicBezTo>
                    <a:pt x="96087" y="4518"/>
                    <a:pt x="91569" y="0"/>
                    <a:pt x="86035" y="0"/>
                  </a:cubicBezTo>
                  <a:lnTo>
                    <a:pt x="10053" y="0"/>
                  </a:lnTo>
                  <a:cubicBezTo>
                    <a:pt x="4518" y="0"/>
                    <a:pt x="1" y="4518"/>
                    <a:pt x="1" y="10053"/>
                  </a:cubicBezTo>
                  <a:lnTo>
                    <a:pt x="1" y="29384"/>
                  </a:lnTo>
                  <a:cubicBezTo>
                    <a:pt x="1" y="34919"/>
                    <a:pt x="4518" y="39436"/>
                    <a:pt x="10053" y="39436"/>
                  </a:cubicBezTo>
                  <a:close/>
                  <a:moveTo>
                    <a:pt x="74965" y="15262"/>
                  </a:moveTo>
                  <a:cubicBezTo>
                    <a:pt x="77407" y="15262"/>
                    <a:pt x="79401" y="17256"/>
                    <a:pt x="79401" y="19739"/>
                  </a:cubicBezTo>
                  <a:cubicBezTo>
                    <a:pt x="79401" y="22180"/>
                    <a:pt x="77407" y="24175"/>
                    <a:pt x="74965" y="24175"/>
                  </a:cubicBezTo>
                  <a:cubicBezTo>
                    <a:pt x="72482" y="24175"/>
                    <a:pt x="70488" y="22180"/>
                    <a:pt x="70488" y="19739"/>
                  </a:cubicBezTo>
                  <a:cubicBezTo>
                    <a:pt x="70488" y="17256"/>
                    <a:pt x="72482" y="15262"/>
                    <a:pt x="74965" y="15262"/>
                  </a:cubicBezTo>
                  <a:close/>
                  <a:moveTo>
                    <a:pt x="18314" y="15506"/>
                  </a:moveTo>
                  <a:lnTo>
                    <a:pt x="37849" y="15506"/>
                  </a:lnTo>
                  <a:cubicBezTo>
                    <a:pt x="40210" y="15506"/>
                    <a:pt x="42082" y="17378"/>
                    <a:pt x="42082" y="19739"/>
                  </a:cubicBezTo>
                  <a:cubicBezTo>
                    <a:pt x="42082" y="22058"/>
                    <a:pt x="40210" y="23930"/>
                    <a:pt x="37849" y="23930"/>
                  </a:cubicBezTo>
                  <a:lnTo>
                    <a:pt x="18314" y="23930"/>
                  </a:lnTo>
                  <a:cubicBezTo>
                    <a:pt x="15995" y="23930"/>
                    <a:pt x="14123" y="22058"/>
                    <a:pt x="14123" y="19739"/>
                  </a:cubicBezTo>
                  <a:cubicBezTo>
                    <a:pt x="14123" y="17378"/>
                    <a:pt x="15995" y="15506"/>
                    <a:pt x="18314" y="1550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6" name="Google Shape;3026;p41"/>
          <p:cNvGrpSpPr/>
          <p:nvPr/>
        </p:nvGrpSpPr>
        <p:grpSpPr>
          <a:xfrm>
            <a:off x="384580" y="1308623"/>
            <a:ext cx="777278" cy="649553"/>
            <a:chOff x="1026975" y="1090575"/>
            <a:chExt cx="4572225" cy="3820900"/>
          </a:xfrm>
        </p:grpSpPr>
        <p:sp>
          <p:nvSpPr>
            <p:cNvPr id="3027" name="Google Shape;3027;p41"/>
            <p:cNvSpPr/>
            <p:nvPr/>
          </p:nvSpPr>
          <p:spPr>
            <a:xfrm>
              <a:off x="1026975" y="1552700"/>
              <a:ext cx="4572225" cy="3358775"/>
            </a:xfrm>
            <a:custGeom>
              <a:avLst/>
              <a:gdLst/>
              <a:ahLst/>
              <a:cxnLst/>
              <a:rect l="l" t="t" r="r" b="b"/>
              <a:pathLst>
                <a:path w="182889" h="134351" extrusionOk="0">
                  <a:moveTo>
                    <a:pt x="5350" y="0"/>
                  </a:moveTo>
                  <a:cubicBezTo>
                    <a:pt x="2393" y="0"/>
                    <a:pt x="1" y="2392"/>
                    <a:pt x="1" y="5350"/>
                  </a:cubicBezTo>
                  <a:lnTo>
                    <a:pt x="1" y="115605"/>
                  </a:lnTo>
                  <a:cubicBezTo>
                    <a:pt x="1" y="118563"/>
                    <a:pt x="2393" y="120998"/>
                    <a:pt x="5350" y="120998"/>
                  </a:cubicBezTo>
                  <a:lnTo>
                    <a:pt x="73504" y="120998"/>
                  </a:lnTo>
                  <a:cubicBezTo>
                    <a:pt x="75809" y="128696"/>
                    <a:pt x="82985" y="134351"/>
                    <a:pt x="91423" y="134351"/>
                  </a:cubicBezTo>
                  <a:cubicBezTo>
                    <a:pt x="99904" y="134351"/>
                    <a:pt x="107080" y="128696"/>
                    <a:pt x="109386" y="120998"/>
                  </a:cubicBezTo>
                  <a:lnTo>
                    <a:pt x="177539" y="120998"/>
                  </a:lnTo>
                  <a:cubicBezTo>
                    <a:pt x="180497" y="120998"/>
                    <a:pt x="182889" y="118563"/>
                    <a:pt x="182889" y="115605"/>
                  </a:cubicBezTo>
                  <a:lnTo>
                    <a:pt x="182889" y="5350"/>
                  </a:lnTo>
                  <a:cubicBezTo>
                    <a:pt x="182889" y="2392"/>
                    <a:pt x="180497" y="0"/>
                    <a:pt x="177539" y="0"/>
                  </a:cubicBezTo>
                  <a:lnTo>
                    <a:pt x="172189" y="0"/>
                  </a:lnTo>
                  <a:lnTo>
                    <a:pt x="172189" y="94032"/>
                  </a:lnTo>
                  <a:cubicBezTo>
                    <a:pt x="172189" y="102862"/>
                    <a:pt x="165144" y="110081"/>
                    <a:pt x="156445" y="110081"/>
                  </a:cubicBezTo>
                  <a:lnTo>
                    <a:pt x="26401" y="110081"/>
                  </a:lnTo>
                  <a:cubicBezTo>
                    <a:pt x="17746" y="110081"/>
                    <a:pt x="10700" y="102862"/>
                    <a:pt x="10700" y="94032"/>
                  </a:cubicBezTo>
                  <a:lnTo>
                    <a:pt x="107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41"/>
            <p:cNvSpPr/>
            <p:nvPr/>
          </p:nvSpPr>
          <p:spPr>
            <a:xfrm>
              <a:off x="3447375" y="1090575"/>
              <a:ext cx="1615775" cy="2946700"/>
            </a:xfrm>
            <a:custGeom>
              <a:avLst/>
              <a:gdLst/>
              <a:ahLst/>
              <a:cxnLst/>
              <a:rect l="l" t="t" r="r" b="b"/>
              <a:pathLst>
                <a:path w="64631" h="117868" extrusionOk="0">
                  <a:moveTo>
                    <a:pt x="43145" y="21399"/>
                  </a:moveTo>
                  <a:cubicBezTo>
                    <a:pt x="46103" y="21399"/>
                    <a:pt x="48495" y="23835"/>
                    <a:pt x="48495" y="26792"/>
                  </a:cubicBezTo>
                  <a:lnTo>
                    <a:pt x="48495" y="48191"/>
                  </a:lnTo>
                  <a:cubicBezTo>
                    <a:pt x="48495" y="51149"/>
                    <a:pt x="46103" y="53584"/>
                    <a:pt x="43145" y="53584"/>
                  </a:cubicBezTo>
                  <a:lnTo>
                    <a:pt x="21355" y="53584"/>
                  </a:lnTo>
                  <a:cubicBezTo>
                    <a:pt x="18398" y="53584"/>
                    <a:pt x="16006" y="51149"/>
                    <a:pt x="16006" y="48191"/>
                  </a:cubicBezTo>
                  <a:lnTo>
                    <a:pt x="16006" y="26792"/>
                  </a:lnTo>
                  <a:cubicBezTo>
                    <a:pt x="16006" y="23835"/>
                    <a:pt x="18398" y="21399"/>
                    <a:pt x="21355" y="21399"/>
                  </a:cubicBezTo>
                  <a:close/>
                  <a:moveTo>
                    <a:pt x="43145" y="64284"/>
                  </a:moveTo>
                  <a:cubicBezTo>
                    <a:pt x="46103" y="64284"/>
                    <a:pt x="48495" y="66676"/>
                    <a:pt x="48495" y="69633"/>
                  </a:cubicBezTo>
                  <a:cubicBezTo>
                    <a:pt x="48495" y="72591"/>
                    <a:pt x="46103" y="74983"/>
                    <a:pt x="43145" y="74983"/>
                  </a:cubicBezTo>
                  <a:lnTo>
                    <a:pt x="21355" y="74983"/>
                  </a:lnTo>
                  <a:cubicBezTo>
                    <a:pt x="18398" y="74983"/>
                    <a:pt x="16006" y="72591"/>
                    <a:pt x="16006" y="69633"/>
                  </a:cubicBezTo>
                  <a:cubicBezTo>
                    <a:pt x="16006" y="66676"/>
                    <a:pt x="18398" y="64284"/>
                    <a:pt x="21355" y="64284"/>
                  </a:cubicBezTo>
                  <a:close/>
                  <a:moveTo>
                    <a:pt x="43145" y="85726"/>
                  </a:moveTo>
                  <a:cubicBezTo>
                    <a:pt x="46103" y="85726"/>
                    <a:pt x="48495" y="88118"/>
                    <a:pt x="48495" y="91075"/>
                  </a:cubicBezTo>
                  <a:cubicBezTo>
                    <a:pt x="48495" y="94033"/>
                    <a:pt x="46103" y="96425"/>
                    <a:pt x="43145" y="96425"/>
                  </a:cubicBezTo>
                  <a:lnTo>
                    <a:pt x="21355" y="96425"/>
                  </a:lnTo>
                  <a:cubicBezTo>
                    <a:pt x="18398" y="96425"/>
                    <a:pt x="16006" y="94033"/>
                    <a:pt x="16006" y="91075"/>
                  </a:cubicBezTo>
                  <a:cubicBezTo>
                    <a:pt x="16006" y="88118"/>
                    <a:pt x="18398" y="85726"/>
                    <a:pt x="21355" y="85726"/>
                  </a:cubicBezTo>
                  <a:close/>
                  <a:moveTo>
                    <a:pt x="0" y="1"/>
                  </a:moveTo>
                  <a:lnTo>
                    <a:pt x="0" y="117867"/>
                  </a:lnTo>
                  <a:lnTo>
                    <a:pt x="59629" y="117867"/>
                  </a:lnTo>
                  <a:cubicBezTo>
                    <a:pt x="62413" y="117867"/>
                    <a:pt x="64631" y="115475"/>
                    <a:pt x="64631" y="112517"/>
                  </a:cubicBezTo>
                  <a:lnTo>
                    <a:pt x="64631" y="5350"/>
                  </a:lnTo>
                  <a:cubicBezTo>
                    <a:pt x="64631" y="2393"/>
                    <a:pt x="62413" y="1"/>
                    <a:pt x="59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41"/>
            <p:cNvSpPr/>
            <p:nvPr/>
          </p:nvSpPr>
          <p:spPr>
            <a:xfrm>
              <a:off x="4114975" y="1894125"/>
              <a:ext cx="277300" cy="267500"/>
            </a:xfrm>
            <a:custGeom>
              <a:avLst/>
              <a:gdLst/>
              <a:ahLst/>
              <a:cxnLst/>
              <a:rect l="l" t="t" r="r" b="b"/>
              <a:pathLst>
                <a:path w="11092" h="10700" extrusionOk="0">
                  <a:moveTo>
                    <a:pt x="1" y="0"/>
                  </a:moveTo>
                  <a:lnTo>
                    <a:pt x="1" y="10699"/>
                  </a:lnTo>
                  <a:lnTo>
                    <a:pt x="11091" y="10699"/>
                  </a:lnTo>
                  <a:lnTo>
                    <a:pt x="110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41"/>
            <p:cNvSpPr/>
            <p:nvPr/>
          </p:nvSpPr>
          <p:spPr>
            <a:xfrm>
              <a:off x="1563025" y="1090575"/>
              <a:ext cx="1615800" cy="2946700"/>
            </a:xfrm>
            <a:custGeom>
              <a:avLst/>
              <a:gdLst/>
              <a:ahLst/>
              <a:cxnLst/>
              <a:rect l="l" t="t" r="r" b="b"/>
              <a:pathLst>
                <a:path w="64632" h="117868" extrusionOk="0">
                  <a:moveTo>
                    <a:pt x="43276" y="21399"/>
                  </a:moveTo>
                  <a:cubicBezTo>
                    <a:pt x="46234" y="21399"/>
                    <a:pt x="48626" y="23835"/>
                    <a:pt x="48626" y="26792"/>
                  </a:cubicBezTo>
                  <a:cubicBezTo>
                    <a:pt x="48626" y="29750"/>
                    <a:pt x="46234" y="32142"/>
                    <a:pt x="43276" y="32142"/>
                  </a:cubicBezTo>
                  <a:lnTo>
                    <a:pt x="21486" y="32142"/>
                  </a:lnTo>
                  <a:cubicBezTo>
                    <a:pt x="18529" y="32142"/>
                    <a:pt x="16137" y="29750"/>
                    <a:pt x="16137" y="26792"/>
                  </a:cubicBezTo>
                  <a:cubicBezTo>
                    <a:pt x="16137" y="23835"/>
                    <a:pt x="18529" y="21399"/>
                    <a:pt x="21486" y="21399"/>
                  </a:cubicBezTo>
                  <a:close/>
                  <a:moveTo>
                    <a:pt x="43276" y="42841"/>
                  </a:moveTo>
                  <a:cubicBezTo>
                    <a:pt x="46234" y="42841"/>
                    <a:pt x="48626" y="45234"/>
                    <a:pt x="48626" y="48191"/>
                  </a:cubicBezTo>
                  <a:cubicBezTo>
                    <a:pt x="48626" y="51149"/>
                    <a:pt x="46234" y="53584"/>
                    <a:pt x="43276" y="53584"/>
                  </a:cubicBezTo>
                  <a:lnTo>
                    <a:pt x="21486" y="53584"/>
                  </a:lnTo>
                  <a:cubicBezTo>
                    <a:pt x="18529" y="53584"/>
                    <a:pt x="16137" y="51149"/>
                    <a:pt x="16137" y="48191"/>
                  </a:cubicBezTo>
                  <a:cubicBezTo>
                    <a:pt x="16137" y="45234"/>
                    <a:pt x="18529" y="42841"/>
                    <a:pt x="21486" y="42841"/>
                  </a:cubicBezTo>
                  <a:close/>
                  <a:moveTo>
                    <a:pt x="43276" y="64284"/>
                  </a:moveTo>
                  <a:cubicBezTo>
                    <a:pt x="46234" y="64284"/>
                    <a:pt x="48626" y="66676"/>
                    <a:pt x="48626" y="69633"/>
                  </a:cubicBezTo>
                  <a:cubicBezTo>
                    <a:pt x="48626" y="72591"/>
                    <a:pt x="46234" y="74983"/>
                    <a:pt x="43276" y="74983"/>
                  </a:cubicBezTo>
                  <a:lnTo>
                    <a:pt x="21486" y="74983"/>
                  </a:lnTo>
                  <a:cubicBezTo>
                    <a:pt x="18529" y="74983"/>
                    <a:pt x="16137" y="72591"/>
                    <a:pt x="16137" y="69633"/>
                  </a:cubicBezTo>
                  <a:cubicBezTo>
                    <a:pt x="16137" y="66676"/>
                    <a:pt x="18529" y="64284"/>
                    <a:pt x="21486" y="64284"/>
                  </a:cubicBezTo>
                  <a:close/>
                  <a:moveTo>
                    <a:pt x="43276" y="85726"/>
                  </a:moveTo>
                  <a:cubicBezTo>
                    <a:pt x="46234" y="85726"/>
                    <a:pt x="48626" y="88118"/>
                    <a:pt x="48626" y="91075"/>
                  </a:cubicBezTo>
                  <a:cubicBezTo>
                    <a:pt x="48626" y="94033"/>
                    <a:pt x="46234" y="96425"/>
                    <a:pt x="43276" y="96425"/>
                  </a:cubicBezTo>
                  <a:lnTo>
                    <a:pt x="21486" y="96425"/>
                  </a:lnTo>
                  <a:cubicBezTo>
                    <a:pt x="18529" y="96425"/>
                    <a:pt x="16137" y="94033"/>
                    <a:pt x="16137" y="91075"/>
                  </a:cubicBezTo>
                  <a:cubicBezTo>
                    <a:pt x="16137" y="88118"/>
                    <a:pt x="18529" y="85726"/>
                    <a:pt x="21486" y="85726"/>
                  </a:cubicBezTo>
                  <a:close/>
                  <a:moveTo>
                    <a:pt x="4959" y="1"/>
                  </a:moveTo>
                  <a:cubicBezTo>
                    <a:pt x="2219" y="1"/>
                    <a:pt x="1" y="2393"/>
                    <a:pt x="1" y="5350"/>
                  </a:cubicBezTo>
                  <a:lnTo>
                    <a:pt x="1" y="112517"/>
                  </a:lnTo>
                  <a:cubicBezTo>
                    <a:pt x="1" y="115475"/>
                    <a:pt x="2219" y="117867"/>
                    <a:pt x="4959" y="117867"/>
                  </a:cubicBezTo>
                  <a:lnTo>
                    <a:pt x="64631" y="117867"/>
                  </a:lnTo>
                  <a:lnTo>
                    <a:pt x="646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1" name="Google Shape;3031;p41"/>
          <p:cNvGrpSpPr/>
          <p:nvPr/>
        </p:nvGrpSpPr>
        <p:grpSpPr>
          <a:xfrm>
            <a:off x="7809182" y="1730029"/>
            <a:ext cx="2250993" cy="228146"/>
            <a:chOff x="7809182" y="1151604"/>
            <a:chExt cx="2250993" cy="228146"/>
          </a:xfrm>
        </p:grpSpPr>
        <p:sp>
          <p:nvSpPr>
            <p:cNvPr id="3032" name="Google Shape;3032;p41"/>
            <p:cNvSpPr/>
            <p:nvPr/>
          </p:nvSpPr>
          <p:spPr>
            <a:xfrm rot="10800000">
              <a:off x="7809182" y="1151604"/>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41"/>
            <p:cNvSpPr/>
            <p:nvPr/>
          </p:nvSpPr>
          <p:spPr>
            <a:xfrm rot="10800000">
              <a:off x="8065475" y="1311650"/>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4" name="Google Shape;3034;p41"/>
          <p:cNvSpPr/>
          <p:nvPr/>
        </p:nvSpPr>
        <p:spPr>
          <a:xfrm rot="10800000" flipH="1">
            <a:off x="-864812" y="425928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829" y="1825244"/>
            <a:ext cx="6699948" cy="173931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38"/>
        <p:cNvGrpSpPr/>
        <p:nvPr/>
      </p:nvGrpSpPr>
      <p:grpSpPr>
        <a:xfrm>
          <a:off x="0" y="0"/>
          <a:ext cx="0" cy="0"/>
          <a:chOff x="0" y="0"/>
          <a:chExt cx="0" cy="0"/>
        </a:xfrm>
      </p:grpSpPr>
      <p:sp>
        <p:nvSpPr>
          <p:cNvPr id="3039" name="Google Shape;3039;p42"/>
          <p:cNvSpPr txBox="1">
            <a:spLocks noGrp="1"/>
          </p:cNvSpPr>
          <p:nvPr>
            <p:ph type="title"/>
          </p:nvPr>
        </p:nvSpPr>
        <p:spPr>
          <a:xfrm>
            <a:off x="613240" y="295112"/>
            <a:ext cx="8111923" cy="5727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p>
            <a:pPr lvl="0" algn="ctr"/>
            <a:r>
              <a:rPr lang="es-ES" dirty="0"/>
              <a:t>⚡ Ventajas </a:t>
            </a:r>
            <a:r>
              <a:rPr lang="es-ES" dirty="0" smtClean="0"/>
              <a:t>y ⚠ </a:t>
            </a:r>
            <a:r>
              <a:rPr lang="es-ES" dirty="0"/>
              <a:t>Desventajas de Stencil.js </a:t>
            </a:r>
            <a:endParaRPr dirty="0">
              <a:solidFill>
                <a:schemeClr val="accent2"/>
              </a:solidFill>
            </a:endParaRPr>
          </a:p>
        </p:txBody>
      </p:sp>
      <p:sp>
        <p:nvSpPr>
          <p:cNvPr id="3045" name="Google Shape;3045;p42"/>
          <p:cNvSpPr txBox="1">
            <a:spLocks noGrp="1"/>
          </p:cNvSpPr>
          <p:nvPr>
            <p:ph type="subTitle" idx="6"/>
          </p:nvPr>
        </p:nvSpPr>
        <p:spPr>
          <a:xfrm>
            <a:off x="606774" y="2068857"/>
            <a:ext cx="4212416" cy="750300"/>
          </a:xfrm>
          <a:prstGeom prst="rect">
            <a:avLst/>
          </a:prstGeom>
        </p:spPr>
        <p:txBody>
          <a:bodyPr spcFirstLastPara="1" wrap="square" lIns="91425" tIns="91425" rIns="91425" bIns="91425" anchor="ctr" anchorCtr="0">
            <a:noAutofit/>
          </a:bodyPr>
          <a:lstStyle/>
          <a:p>
            <a:pPr marL="0" lvl="0" indent="0"/>
            <a:r>
              <a:rPr lang="en" dirty="0"/>
              <a:t>✅ </a:t>
            </a:r>
            <a:r>
              <a:rPr lang="es-ES" dirty="0"/>
              <a:t>Código reutilizable en múltiples plataformas</a:t>
            </a:r>
            <a:r>
              <a:rPr lang="es-ES" dirty="0" smtClean="0"/>
              <a:t>.</a:t>
            </a:r>
          </a:p>
          <a:p>
            <a:pPr marL="0" lvl="0" indent="0"/>
            <a:endParaRPr lang="es-ES" dirty="0" smtClean="0"/>
          </a:p>
          <a:p>
            <a:pPr marL="0" lvl="0" indent="0"/>
            <a:r>
              <a:rPr lang="en" dirty="0" smtClean="0"/>
              <a:t>✅ </a:t>
            </a:r>
            <a:r>
              <a:rPr lang="es-ES" dirty="0"/>
              <a:t>Ligero y eficiente en rendimiento</a:t>
            </a:r>
            <a:r>
              <a:rPr lang="es-ES" dirty="0" smtClean="0"/>
              <a:t>.</a:t>
            </a:r>
          </a:p>
          <a:p>
            <a:pPr marL="0" lvl="0" indent="0"/>
            <a:endParaRPr lang="es-ES" dirty="0" smtClean="0"/>
          </a:p>
          <a:p>
            <a:pPr marL="0" lvl="0" indent="0"/>
            <a:r>
              <a:rPr lang="en" dirty="0" smtClean="0"/>
              <a:t>✅ </a:t>
            </a:r>
            <a:r>
              <a:rPr lang="es-ES" dirty="0"/>
              <a:t>Compatible con cualquier framework</a:t>
            </a:r>
            <a:r>
              <a:rPr lang="es-ES" dirty="0" smtClean="0"/>
              <a:t>.</a:t>
            </a:r>
          </a:p>
          <a:p>
            <a:pPr marL="0" lvl="0" indent="0"/>
            <a:endParaRPr lang="es-ES" dirty="0" smtClean="0"/>
          </a:p>
          <a:p>
            <a:pPr marL="0" lvl="0" indent="0"/>
            <a:r>
              <a:rPr lang="en" dirty="0" smtClean="0"/>
              <a:t>✅ </a:t>
            </a:r>
            <a:r>
              <a:rPr lang="es-ES" dirty="0"/>
              <a:t>Genera Web Components nativos</a:t>
            </a:r>
            <a:r>
              <a:rPr lang="es-ES" dirty="0" smtClean="0"/>
              <a:t>.</a:t>
            </a:r>
          </a:p>
          <a:p>
            <a:pPr marL="0" lvl="0" indent="0"/>
            <a:endParaRPr lang="es-ES" dirty="0" smtClean="0"/>
          </a:p>
          <a:p>
            <a:pPr marL="0" lvl="0" indent="0"/>
            <a:r>
              <a:rPr lang="en" dirty="0" smtClean="0"/>
              <a:t>✅ </a:t>
            </a:r>
            <a:r>
              <a:rPr lang="es-ES" dirty="0"/>
              <a:t>Soporte para TypeScript y JSX.</a:t>
            </a:r>
            <a:endParaRPr dirty="0"/>
          </a:p>
        </p:txBody>
      </p:sp>
      <p:grpSp>
        <p:nvGrpSpPr>
          <p:cNvPr id="3046" name="Google Shape;3046;p42"/>
          <p:cNvGrpSpPr/>
          <p:nvPr/>
        </p:nvGrpSpPr>
        <p:grpSpPr>
          <a:xfrm>
            <a:off x="5539392" y="4824279"/>
            <a:ext cx="1105976" cy="133969"/>
            <a:chOff x="8183182" y="663852"/>
            <a:chExt cx="1475028" cy="178673"/>
          </a:xfrm>
        </p:grpSpPr>
        <p:grpSp>
          <p:nvGrpSpPr>
            <p:cNvPr id="3047" name="Google Shape;3047;p42"/>
            <p:cNvGrpSpPr/>
            <p:nvPr/>
          </p:nvGrpSpPr>
          <p:grpSpPr>
            <a:xfrm>
              <a:off x="8183182" y="774425"/>
              <a:ext cx="1178025" cy="68100"/>
              <a:chOff x="2024450" y="204150"/>
              <a:chExt cx="1178025" cy="68100"/>
            </a:xfrm>
          </p:grpSpPr>
          <p:sp>
            <p:nvSpPr>
              <p:cNvPr id="3048" name="Google Shape;3048;p4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4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4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4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4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4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4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4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8" name="Google Shape;3058;p42"/>
            <p:cNvGrpSpPr/>
            <p:nvPr/>
          </p:nvGrpSpPr>
          <p:grpSpPr>
            <a:xfrm>
              <a:off x="8480185" y="663852"/>
              <a:ext cx="1178025" cy="68100"/>
              <a:chOff x="2024450" y="204150"/>
              <a:chExt cx="1178025" cy="68100"/>
            </a:xfrm>
          </p:grpSpPr>
          <p:sp>
            <p:nvSpPr>
              <p:cNvPr id="3059" name="Google Shape;3059;p4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4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4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4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4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4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4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69" name="Google Shape;3069;p42"/>
          <p:cNvGrpSpPr/>
          <p:nvPr/>
        </p:nvGrpSpPr>
        <p:grpSpPr>
          <a:xfrm>
            <a:off x="2162109" y="3799817"/>
            <a:ext cx="1101746" cy="1075523"/>
            <a:chOff x="7547949" y="2761477"/>
            <a:chExt cx="417348" cy="366254"/>
          </a:xfrm>
        </p:grpSpPr>
        <p:sp>
          <p:nvSpPr>
            <p:cNvPr id="3070" name="Google Shape;3070;p42"/>
            <p:cNvSpPr/>
            <p:nvPr/>
          </p:nvSpPr>
          <p:spPr>
            <a:xfrm>
              <a:off x="7744686" y="2908824"/>
              <a:ext cx="23889" cy="23889"/>
            </a:xfrm>
            <a:custGeom>
              <a:avLst/>
              <a:gdLst/>
              <a:ahLst/>
              <a:cxnLst/>
              <a:rect l="l" t="t" r="r" b="b"/>
              <a:pathLst>
                <a:path w="668" h="668" extrusionOk="0">
                  <a:moveTo>
                    <a:pt x="334" y="1"/>
                  </a:moveTo>
                  <a:cubicBezTo>
                    <a:pt x="144" y="1"/>
                    <a:pt x="1" y="143"/>
                    <a:pt x="1" y="334"/>
                  </a:cubicBezTo>
                  <a:cubicBezTo>
                    <a:pt x="1" y="525"/>
                    <a:pt x="144" y="667"/>
                    <a:pt x="334" y="667"/>
                  </a:cubicBezTo>
                  <a:cubicBezTo>
                    <a:pt x="525" y="667"/>
                    <a:pt x="668" y="525"/>
                    <a:pt x="668" y="334"/>
                  </a:cubicBezTo>
                  <a:cubicBezTo>
                    <a:pt x="668" y="143"/>
                    <a:pt x="525"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42"/>
            <p:cNvSpPr/>
            <p:nvPr/>
          </p:nvSpPr>
          <p:spPr>
            <a:xfrm>
              <a:off x="7669761" y="3070654"/>
              <a:ext cx="173770" cy="57077"/>
            </a:xfrm>
            <a:custGeom>
              <a:avLst/>
              <a:gdLst/>
              <a:ahLst/>
              <a:cxnLst/>
              <a:rect l="l" t="t" r="r" b="b"/>
              <a:pathLst>
                <a:path w="4859" h="1596" extrusionOk="0">
                  <a:moveTo>
                    <a:pt x="1405" y="0"/>
                  </a:moveTo>
                  <a:lnTo>
                    <a:pt x="1405" y="905"/>
                  </a:lnTo>
                  <a:lnTo>
                    <a:pt x="334" y="905"/>
                  </a:lnTo>
                  <a:cubicBezTo>
                    <a:pt x="167" y="905"/>
                    <a:pt x="0" y="1072"/>
                    <a:pt x="0" y="1262"/>
                  </a:cubicBezTo>
                  <a:cubicBezTo>
                    <a:pt x="0" y="1429"/>
                    <a:pt x="167" y="1596"/>
                    <a:pt x="334" y="1596"/>
                  </a:cubicBezTo>
                  <a:lnTo>
                    <a:pt x="4525" y="1596"/>
                  </a:lnTo>
                  <a:cubicBezTo>
                    <a:pt x="4692" y="1596"/>
                    <a:pt x="4858" y="1429"/>
                    <a:pt x="4858" y="1262"/>
                  </a:cubicBezTo>
                  <a:cubicBezTo>
                    <a:pt x="4858" y="1072"/>
                    <a:pt x="4692" y="905"/>
                    <a:pt x="4525" y="905"/>
                  </a:cubicBezTo>
                  <a:lnTo>
                    <a:pt x="3453" y="905"/>
                  </a:lnTo>
                  <a:lnTo>
                    <a:pt x="3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42"/>
            <p:cNvSpPr/>
            <p:nvPr/>
          </p:nvSpPr>
          <p:spPr>
            <a:xfrm>
              <a:off x="7547949" y="2761477"/>
              <a:ext cx="417348" cy="284491"/>
            </a:xfrm>
            <a:custGeom>
              <a:avLst/>
              <a:gdLst/>
              <a:ahLst/>
              <a:cxnLst/>
              <a:rect l="l" t="t" r="r" b="b"/>
              <a:pathLst>
                <a:path w="11670" h="7955" extrusionOk="0">
                  <a:moveTo>
                    <a:pt x="6800" y="3150"/>
                  </a:moveTo>
                  <a:cubicBezTo>
                    <a:pt x="6889" y="3150"/>
                    <a:pt x="6978" y="3180"/>
                    <a:pt x="7050" y="3239"/>
                  </a:cubicBezTo>
                  <a:cubicBezTo>
                    <a:pt x="7169" y="3382"/>
                    <a:pt x="7169" y="3597"/>
                    <a:pt x="7050" y="3740"/>
                  </a:cubicBezTo>
                  <a:lnTo>
                    <a:pt x="6764" y="4002"/>
                  </a:lnTo>
                  <a:cubicBezTo>
                    <a:pt x="6812" y="4144"/>
                    <a:pt x="6859" y="4287"/>
                    <a:pt x="6859" y="4454"/>
                  </a:cubicBezTo>
                  <a:cubicBezTo>
                    <a:pt x="6859" y="5026"/>
                    <a:pt x="6407" y="5478"/>
                    <a:pt x="5835" y="5478"/>
                  </a:cubicBezTo>
                  <a:cubicBezTo>
                    <a:pt x="5264" y="5478"/>
                    <a:pt x="4811" y="5026"/>
                    <a:pt x="4811" y="4454"/>
                  </a:cubicBezTo>
                  <a:cubicBezTo>
                    <a:pt x="4811" y="3882"/>
                    <a:pt x="5264" y="3430"/>
                    <a:pt x="5835" y="3430"/>
                  </a:cubicBezTo>
                  <a:cubicBezTo>
                    <a:pt x="6002" y="3430"/>
                    <a:pt x="6145" y="3454"/>
                    <a:pt x="6288" y="3525"/>
                  </a:cubicBezTo>
                  <a:lnTo>
                    <a:pt x="6550" y="3239"/>
                  </a:lnTo>
                  <a:cubicBezTo>
                    <a:pt x="6621" y="3180"/>
                    <a:pt x="6710" y="3150"/>
                    <a:pt x="6800" y="3150"/>
                  </a:cubicBezTo>
                  <a:close/>
                  <a:moveTo>
                    <a:pt x="5835" y="918"/>
                  </a:moveTo>
                  <a:cubicBezTo>
                    <a:pt x="6740" y="918"/>
                    <a:pt x="7645" y="1263"/>
                    <a:pt x="8336" y="1953"/>
                  </a:cubicBezTo>
                  <a:cubicBezTo>
                    <a:pt x="9717" y="3335"/>
                    <a:pt x="9717" y="5573"/>
                    <a:pt x="8336" y="6955"/>
                  </a:cubicBezTo>
                  <a:cubicBezTo>
                    <a:pt x="8264" y="7026"/>
                    <a:pt x="8175" y="7062"/>
                    <a:pt x="8089" y="7062"/>
                  </a:cubicBezTo>
                  <a:cubicBezTo>
                    <a:pt x="8002" y="7062"/>
                    <a:pt x="7919" y="7026"/>
                    <a:pt x="7859" y="6955"/>
                  </a:cubicBezTo>
                  <a:lnTo>
                    <a:pt x="7312" y="6431"/>
                  </a:lnTo>
                  <a:cubicBezTo>
                    <a:pt x="7193" y="6288"/>
                    <a:pt x="7193" y="6073"/>
                    <a:pt x="7312" y="5930"/>
                  </a:cubicBezTo>
                  <a:cubicBezTo>
                    <a:pt x="7383" y="5871"/>
                    <a:pt x="7472" y="5841"/>
                    <a:pt x="7562" y="5841"/>
                  </a:cubicBezTo>
                  <a:cubicBezTo>
                    <a:pt x="7651" y="5841"/>
                    <a:pt x="7740" y="5871"/>
                    <a:pt x="7812" y="5930"/>
                  </a:cubicBezTo>
                  <a:lnTo>
                    <a:pt x="8074" y="6216"/>
                  </a:lnTo>
                  <a:cubicBezTo>
                    <a:pt x="8407" y="5811"/>
                    <a:pt x="8621" y="5311"/>
                    <a:pt x="8669" y="4787"/>
                  </a:cubicBezTo>
                  <a:lnTo>
                    <a:pt x="8169" y="4787"/>
                  </a:lnTo>
                  <a:cubicBezTo>
                    <a:pt x="7978" y="4787"/>
                    <a:pt x="7836" y="4645"/>
                    <a:pt x="7836" y="4454"/>
                  </a:cubicBezTo>
                  <a:cubicBezTo>
                    <a:pt x="7836" y="4263"/>
                    <a:pt x="7978" y="4121"/>
                    <a:pt x="8169" y="4121"/>
                  </a:cubicBezTo>
                  <a:lnTo>
                    <a:pt x="8669" y="4121"/>
                  </a:lnTo>
                  <a:cubicBezTo>
                    <a:pt x="8621" y="3597"/>
                    <a:pt x="8407" y="3097"/>
                    <a:pt x="8074" y="2692"/>
                  </a:cubicBezTo>
                  <a:lnTo>
                    <a:pt x="7812" y="2978"/>
                  </a:lnTo>
                  <a:cubicBezTo>
                    <a:pt x="7740" y="3037"/>
                    <a:pt x="7651" y="3067"/>
                    <a:pt x="7562" y="3067"/>
                  </a:cubicBezTo>
                  <a:cubicBezTo>
                    <a:pt x="7472" y="3067"/>
                    <a:pt x="7383" y="3037"/>
                    <a:pt x="7312" y="2978"/>
                  </a:cubicBezTo>
                  <a:cubicBezTo>
                    <a:pt x="7193" y="2835"/>
                    <a:pt x="7193" y="2620"/>
                    <a:pt x="7312" y="2477"/>
                  </a:cubicBezTo>
                  <a:lnTo>
                    <a:pt x="7597" y="2215"/>
                  </a:lnTo>
                  <a:cubicBezTo>
                    <a:pt x="7193" y="1882"/>
                    <a:pt x="6693" y="1668"/>
                    <a:pt x="6169" y="1620"/>
                  </a:cubicBezTo>
                  <a:lnTo>
                    <a:pt x="6169" y="2120"/>
                  </a:lnTo>
                  <a:cubicBezTo>
                    <a:pt x="6169" y="2311"/>
                    <a:pt x="6026" y="2454"/>
                    <a:pt x="5835" y="2454"/>
                  </a:cubicBezTo>
                  <a:cubicBezTo>
                    <a:pt x="5645" y="2454"/>
                    <a:pt x="5502" y="2311"/>
                    <a:pt x="5502" y="2120"/>
                  </a:cubicBezTo>
                  <a:lnTo>
                    <a:pt x="5502" y="1620"/>
                  </a:lnTo>
                  <a:cubicBezTo>
                    <a:pt x="4978" y="1668"/>
                    <a:pt x="4478" y="1882"/>
                    <a:pt x="4073" y="2215"/>
                  </a:cubicBezTo>
                  <a:lnTo>
                    <a:pt x="4359" y="2477"/>
                  </a:lnTo>
                  <a:cubicBezTo>
                    <a:pt x="4478" y="2620"/>
                    <a:pt x="4478" y="2835"/>
                    <a:pt x="4359" y="2978"/>
                  </a:cubicBezTo>
                  <a:cubicBezTo>
                    <a:pt x="4287" y="3037"/>
                    <a:pt x="4198" y="3067"/>
                    <a:pt x="4109" y="3067"/>
                  </a:cubicBezTo>
                  <a:cubicBezTo>
                    <a:pt x="4019" y="3067"/>
                    <a:pt x="3930" y="3037"/>
                    <a:pt x="3859" y="2978"/>
                  </a:cubicBezTo>
                  <a:lnTo>
                    <a:pt x="3597" y="2692"/>
                  </a:lnTo>
                  <a:cubicBezTo>
                    <a:pt x="3263" y="3097"/>
                    <a:pt x="3049" y="3597"/>
                    <a:pt x="3001" y="4121"/>
                  </a:cubicBezTo>
                  <a:lnTo>
                    <a:pt x="3501" y="4121"/>
                  </a:lnTo>
                  <a:cubicBezTo>
                    <a:pt x="3692" y="4121"/>
                    <a:pt x="3835" y="4263"/>
                    <a:pt x="3835" y="4454"/>
                  </a:cubicBezTo>
                  <a:cubicBezTo>
                    <a:pt x="3835" y="4645"/>
                    <a:pt x="3692" y="4787"/>
                    <a:pt x="3501" y="4787"/>
                  </a:cubicBezTo>
                  <a:lnTo>
                    <a:pt x="3001" y="4787"/>
                  </a:lnTo>
                  <a:cubicBezTo>
                    <a:pt x="3049" y="5311"/>
                    <a:pt x="3263" y="5811"/>
                    <a:pt x="3597" y="6216"/>
                  </a:cubicBezTo>
                  <a:lnTo>
                    <a:pt x="3859" y="5930"/>
                  </a:lnTo>
                  <a:cubicBezTo>
                    <a:pt x="3930" y="5871"/>
                    <a:pt x="4019" y="5841"/>
                    <a:pt x="4109" y="5841"/>
                  </a:cubicBezTo>
                  <a:cubicBezTo>
                    <a:pt x="4198" y="5841"/>
                    <a:pt x="4287" y="5871"/>
                    <a:pt x="4359" y="5930"/>
                  </a:cubicBezTo>
                  <a:cubicBezTo>
                    <a:pt x="4478" y="6073"/>
                    <a:pt x="4478" y="6288"/>
                    <a:pt x="4359" y="6431"/>
                  </a:cubicBezTo>
                  <a:lnTo>
                    <a:pt x="3811" y="6955"/>
                  </a:lnTo>
                  <a:cubicBezTo>
                    <a:pt x="3751" y="7026"/>
                    <a:pt x="3662" y="7062"/>
                    <a:pt x="3573" y="7062"/>
                  </a:cubicBezTo>
                  <a:cubicBezTo>
                    <a:pt x="3484" y="7062"/>
                    <a:pt x="3394" y="7026"/>
                    <a:pt x="3335" y="6955"/>
                  </a:cubicBezTo>
                  <a:cubicBezTo>
                    <a:pt x="1953" y="5573"/>
                    <a:pt x="1953" y="3335"/>
                    <a:pt x="3335" y="1953"/>
                  </a:cubicBezTo>
                  <a:cubicBezTo>
                    <a:pt x="4025" y="1263"/>
                    <a:pt x="4930" y="918"/>
                    <a:pt x="5835" y="918"/>
                  </a:cubicBezTo>
                  <a:close/>
                  <a:moveTo>
                    <a:pt x="358" y="1"/>
                  </a:moveTo>
                  <a:cubicBezTo>
                    <a:pt x="167" y="1"/>
                    <a:pt x="1" y="167"/>
                    <a:pt x="1" y="334"/>
                  </a:cubicBezTo>
                  <a:lnTo>
                    <a:pt x="1" y="7621"/>
                  </a:lnTo>
                  <a:cubicBezTo>
                    <a:pt x="1" y="7812"/>
                    <a:pt x="167" y="7955"/>
                    <a:pt x="358" y="7955"/>
                  </a:cubicBezTo>
                  <a:lnTo>
                    <a:pt x="11313" y="7955"/>
                  </a:lnTo>
                  <a:cubicBezTo>
                    <a:pt x="11503" y="7955"/>
                    <a:pt x="11670" y="7812"/>
                    <a:pt x="11670" y="7621"/>
                  </a:cubicBezTo>
                  <a:lnTo>
                    <a:pt x="11670" y="334"/>
                  </a:lnTo>
                  <a:cubicBezTo>
                    <a:pt x="11670" y="167"/>
                    <a:pt x="11503" y="1"/>
                    <a:pt x="113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3" name="Google Shape;3073;p42"/>
          <p:cNvGrpSpPr/>
          <p:nvPr/>
        </p:nvGrpSpPr>
        <p:grpSpPr>
          <a:xfrm>
            <a:off x="6367960" y="3701406"/>
            <a:ext cx="1106728" cy="1006325"/>
            <a:chOff x="6856386" y="1437970"/>
            <a:chExt cx="416490" cy="415632"/>
          </a:xfrm>
        </p:grpSpPr>
        <p:sp>
          <p:nvSpPr>
            <p:cNvPr id="3074" name="Google Shape;3074;p42"/>
            <p:cNvSpPr/>
            <p:nvPr/>
          </p:nvSpPr>
          <p:spPr>
            <a:xfrm>
              <a:off x="6856386" y="1437970"/>
              <a:ext cx="416490" cy="415632"/>
            </a:xfrm>
            <a:custGeom>
              <a:avLst/>
              <a:gdLst/>
              <a:ahLst/>
              <a:cxnLst/>
              <a:rect l="l" t="t" r="r" b="b"/>
              <a:pathLst>
                <a:path w="11646" h="11622" extrusionOk="0">
                  <a:moveTo>
                    <a:pt x="5811" y="2906"/>
                  </a:moveTo>
                  <a:cubicBezTo>
                    <a:pt x="6764" y="2906"/>
                    <a:pt x="7526" y="3668"/>
                    <a:pt x="7526" y="4620"/>
                  </a:cubicBezTo>
                  <a:lnTo>
                    <a:pt x="7526" y="5073"/>
                  </a:lnTo>
                  <a:lnTo>
                    <a:pt x="7621" y="5073"/>
                  </a:lnTo>
                  <a:cubicBezTo>
                    <a:pt x="7811" y="5073"/>
                    <a:pt x="7978" y="5239"/>
                    <a:pt x="7978" y="5406"/>
                  </a:cubicBezTo>
                  <a:lnTo>
                    <a:pt x="7978" y="8359"/>
                  </a:lnTo>
                  <a:cubicBezTo>
                    <a:pt x="7978" y="8550"/>
                    <a:pt x="7811" y="8716"/>
                    <a:pt x="7621" y="8716"/>
                  </a:cubicBezTo>
                  <a:lnTo>
                    <a:pt x="4025" y="8716"/>
                  </a:lnTo>
                  <a:cubicBezTo>
                    <a:pt x="3834" y="8716"/>
                    <a:pt x="3668" y="8550"/>
                    <a:pt x="3668" y="8359"/>
                  </a:cubicBezTo>
                  <a:lnTo>
                    <a:pt x="3668" y="5406"/>
                  </a:lnTo>
                  <a:cubicBezTo>
                    <a:pt x="3668" y="5239"/>
                    <a:pt x="3834" y="5073"/>
                    <a:pt x="4025" y="5073"/>
                  </a:cubicBezTo>
                  <a:lnTo>
                    <a:pt x="4120" y="5073"/>
                  </a:lnTo>
                  <a:lnTo>
                    <a:pt x="4120" y="4620"/>
                  </a:lnTo>
                  <a:cubicBezTo>
                    <a:pt x="4120" y="3668"/>
                    <a:pt x="4882" y="2906"/>
                    <a:pt x="5811" y="2906"/>
                  </a:cubicBezTo>
                  <a:close/>
                  <a:moveTo>
                    <a:pt x="4239" y="0"/>
                  </a:moveTo>
                  <a:cubicBezTo>
                    <a:pt x="4049" y="0"/>
                    <a:pt x="3882" y="143"/>
                    <a:pt x="3882" y="334"/>
                  </a:cubicBezTo>
                  <a:lnTo>
                    <a:pt x="3882" y="1548"/>
                  </a:lnTo>
                  <a:lnTo>
                    <a:pt x="3072" y="1548"/>
                  </a:lnTo>
                  <a:cubicBezTo>
                    <a:pt x="2239" y="1548"/>
                    <a:pt x="1548" y="2215"/>
                    <a:pt x="1548" y="3072"/>
                  </a:cubicBezTo>
                  <a:lnTo>
                    <a:pt x="1548" y="3882"/>
                  </a:lnTo>
                  <a:lnTo>
                    <a:pt x="334" y="3882"/>
                  </a:lnTo>
                  <a:cubicBezTo>
                    <a:pt x="143" y="3882"/>
                    <a:pt x="0" y="4025"/>
                    <a:pt x="0" y="4215"/>
                  </a:cubicBezTo>
                  <a:cubicBezTo>
                    <a:pt x="0" y="4406"/>
                    <a:pt x="143" y="4549"/>
                    <a:pt x="334" y="4549"/>
                  </a:cubicBezTo>
                  <a:lnTo>
                    <a:pt x="1548" y="4549"/>
                  </a:lnTo>
                  <a:lnTo>
                    <a:pt x="1548" y="5478"/>
                  </a:lnTo>
                  <a:lnTo>
                    <a:pt x="334" y="5478"/>
                  </a:lnTo>
                  <a:cubicBezTo>
                    <a:pt x="143" y="5478"/>
                    <a:pt x="0" y="5620"/>
                    <a:pt x="0" y="5811"/>
                  </a:cubicBezTo>
                  <a:cubicBezTo>
                    <a:pt x="0" y="6001"/>
                    <a:pt x="143" y="6144"/>
                    <a:pt x="334" y="6144"/>
                  </a:cubicBezTo>
                  <a:lnTo>
                    <a:pt x="1548" y="6144"/>
                  </a:lnTo>
                  <a:lnTo>
                    <a:pt x="1548" y="7073"/>
                  </a:lnTo>
                  <a:lnTo>
                    <a:pt x="334" y="7073"/>
                  </a:lnTo>
                  <a:cubicBezTo>
                    <a:pt x="143" y="7073"/>
                    <a:pt x="0" y="7216"/>
                    <a:pt x="0" y="7406"/>
                  </a:cubicBezTo>
                  <a:cubicBezTo>
                    <a:pt x="0" y="7597"/>
                    <a:pt x="143" y="7740"/>
                    <a:pt x="334" y="7740"/>
                  </a:cubicBezTo>
                  <a:lnTo>
                    <a:pt x="1548" y="7740"/>
                  </a:lnTo>
                  <a:lnTo>
                    <a:pt x="1548" y="8550"/>
                  </a:lnTo>
                  <a:cubicBezTo>
                    <a:pt x="1548" y="9407"/>
                    <a:pt x="2239" y="10074"/>
                    <a:pt x="3072" y="10074"/>
                  </a:cubicBezTo>
                  <a:lnTo>
                    <a:pt x="3882" y="10074"/>
                  </a:lnTo>
                  <a:lnTo>
                    <a:pt x="3882" y="11288"/>
                  </a:lnTo>
                  <a:cubicBezTo>
                    <a:pt x="3882" y="11479"/>
                    <a:pt x="4049" y="11622"/>
                    <a:pt x="4239" y="11622"/>
                  </a:cubicBezTo>
                  <a:cubicBezTo>
                    <a:pt x="4430" y="11622"/>
                    <a:pt x="4573" y="11479"/>
                    <a:pt x="4573" y="11288"/>
                  </a:cubicBezTo>
                  <a:lnTo>
                    <a:pt x="4573" y="10074"/>
                  </a:lnTo>
                  <a:lnTo>
                    <a:pt x="5478" y="10074"/>
                  </a:lnTo>
                  <a:lnTo>
                    <a:pt x="5478" y="11288"/>
                  </a:lnTo>
                  <a:cubicBezTo>
                    <a:pt x="5478" y="11479"/>
                    <a:pt x="5644" y="11622"/>
                    <a:pt x="5835" y="11622"/>
                  </a:cubicBezTo>
                  <a:cubicBezTo>
                    <a:pt x="6002" y="11622"/>
                    <a:pt x="6168" y="11479"/>
                    <a:pt x="6168" y="11288"/>
                  </a:cubicBezTo>
                  <a:lnTo>
                    <a:pt x="6168" y="10074"/>
                  </a:lnTo>
                  <a:lnTo>
                    <a:pt x="7073" y="10074"/>
                  </a:lnTo>
                  <a:lnTo>
                    <a:pt x="7073" y="11288"/>
                  </a:lnTo>
                  <a:cubicBezTo>
                    <a:pt x="7073" y="11479"/>
                    <a:pt x="7216" y="11622"/>
                    <a:pt x="7407" y="11622"/>
                  </a:cubicBezTo>
                  <a:cubicBezTo>
                    <a:pt x="7597" y="11622"/>
                    <a:pt x="7764" y="11479"/>
                    <a:pt x="7764" y="11288"/>
                  </a:cubicBezTo>
                  <a:lnTo>
                    <a:pt x="7764" y="10074"/>
                  </a:lnTo>
                  <a:lnTo>
                    <a:pt x="8574" y="10074"/>
                  </a:lnTo>
                  <a:cubicBezTo>
                    <a:pt x="9407" y="10074"/>
                    <a:pt x="10098" y="9407"/>
                    <a:pt x="10098" y="8550"/>
                  </a:cubicBezTo>
                  <a:lnTo>
                    <a:pt x="10098" y="7740"/>
                  </a:lnTo>
                  <a:lnTo>
                    <a:pt x="11312" y="7740"/>
                  </a:lnTo>
                  <a:cubicBezTo>
                    <a:pt x="11503" y="7740"/>
                    <a:pt x="11646" y="7597"/>
                    <a:pt x="11646" y="7406"/>
                  </a:cubicBezTo>
                  <a:cubicBezTo>
                    <a:pt x="11646" y="7216"/>
                    <a:pt x="11503" y="7073"/>
                    <a:pt x="11312" y="7073"/>
                  </a:cubicBezTo>
                  <a:lnTo>
                    <a:pt x="10098" y="7073"/>
                  </a:lnTo>
                  <a:lnTo>
                    <a:pt x="10098" y="6144"/>
                  </a:lnTo>
                  <a:lnTo>
                    <a:pt x="11312" y="6144"/>
                  </a:lnTo>
                  <a:cubicBezTo>
                    <a:pt x="11503" y="6144"/>
                    <a:pt x="11646" y="6001"/>
                    <a:pt x="11646" y="5811"/>
                  </a:cubicBezTo>
                  <a:cubicBezTo>
                    <a:pt x="11646" y="5620"/>
                    <a:pt x="11503" y="5478"/>
                    <a:pt x="11312" y="5478"/>
                  </a:cubicBezTo>
                  <a:lnTo>
                    <a:pt x="10098" y="5478"/>
                  </a:lnTo>
                  <a:lnTo>
                    <a:pt x="10098" y="4549"/>
                  </a:lnTo>
                  <a:lnTo>
                    <a:pt x="11312" y="4549"/>
                  </a:lnTo>
                  <a:cubicBezTo>
                    <a:pt x="11503" y="4549"/>
                    <a:pt x="11646" y="4406"/>
                    <a:pt x="11646" y="4215"/>
                  </a:cubicBezTo>
                  <a:cubicBezTo>
                    <a:pt x="11646" y="4025"/>
                    <a:pt x="11503" y="3882"/>
                    <a:pt x="11312" y="3882"/>
                  </a:cubicBezTo>
                  <a:lnTo>
                    <a:pt x="10098" y="3882"/>
                  </a:lnTo>
                  <a:lnTo>
                    <a:pt x="10098" y="3072"/>
                  </a:lnTo>
                  <a:cubicBezTo>
                    <a:pt x="10098" y="2215"/>
                    <a:pt x="9407" y="1548"/>
                    <a:pt x="8574" y="1548"/>
                  </a:cubicBezTo>
                  <a:lnTo>
                    <a:pt x="7764" y="1548"/>
                  </a:lnTo>
                  <a:lnTo>
                    <a:pt x="7764" y="334"/>
                  </a:lnTo>
                  <a:cubicBezTo>
                    <a:pt x="7764" y="143"/>
                    <a:pt x="7597" y="0"/>
                    <a:pt x="7407" y="0"/>
                  </a:cubicBezTo>
                  <a:cubicBezTo>
                    <a:pt x="7216" y="0"/>
                    <a:pt x="7073" y="143"/>
                    <a:pt x="7073" y="334"/>
                  </a:cubicBezTo>
                  <a:lnTo>
                    <a:pt x="7073" y="1548"/>
                  </a:lnTo>
                  <a:lnTo>
                    <a:pt x="6168" y="1548"/>
                  </a:lnTo>
                  <a:lnTo>
                    <a:pt x="6168" y="334"/>
                  </a:lnTo>
                  <a:cubicBezTo>
                    <a:pt x="6168" y="143"/>
                    <a:pt x="6002" y="0"/>
                    <a:pt x="5835" y="0"/>
                  </a:cubicBezTo>
                  <a:cubicBezTo>
                    <a:pt x="5644" y="0"/>
                    <a:pt x="5478" y="143"/>
                    <a:pt x="5478" y="334"/>
                  </a:cubicBezTo>
                  <a:lnTo>
                    <a:pt x="5478" y="1548"/>
                  </a:lnTo>
                  <a:lnTo>
                    <a:pt x="4573" y="1548"/>
                  </a:lnTo>
                  <a:lnTo>
                    <a:pt x="4573" y="334"/>
                  </a:lnTo>
                  <a:cubicBezTo>
                    <a:pt x="4573" y="143"/>
                    <a:pt x="4430" y="0"/>
                    <a:pt x="42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2"/>
            <p:cNvSpPr/>
            <p:nvPr/>
          </p:nvSpPr>
          <p:spPr>
            <a:xfrm>
              <a:off x="7027551" y="1566576"/>
              <a:ext cx="74136" cy="52821"/>
            </a:xfrm>
            <a:custGeom>
              <a:avLst/>
              <a:gdLst/>
              <a:ahLst/>
              <a:cxnLst/>
              <a:rect l="l" t="t" r="r" b="b"/>
              <a:pathLst>
                <a:path w="2073" h="1477" extrusionOk="0">
                  <a:moveTo>
                    <a:pt x="1049" y="0"/>
                  </a:moveTo>
                  <a:cubicBezTo>
                    <a:pt x="477" y="0"/>
                    <a:pt x="1" y="453"/>
                    <a:pt x="1" y="1024"/>
                  </a:cubicBezTo>
                  <a:lnTo>
                    <a:pt x="1" y="1477"/>
                  </a:lnTo>
                  <a:lnTo>
                    <a:pt x="2073" y="1477"/>
                  </a:lnTo>
                  <a:lnTo>
                    <a:pt x="2073" y="1024"/>
                  </a:lnTo>
                  <a:cubicBezTo>
                    <a:pt x="2073" y="453"/>
                    <a:pt x="1597" y="0"/>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2"/>
            <p:cNvSpPr/>
            <p:nvPr/>
          </p:nvSpPr>
          <p:spPr>
            <a:xfrm>
              <a:off x="7012244" y="1644076"/>
              <a:ext cx="104784" cy="80931"/>
            </a:xfrm>
            <a:custGeom>
              <a:avLst/>
              <a:gdLst/>
              <a:ahLst/>
              <a:cxnLst/>
              <a:rect l="l" t="t" r="r" b="b"/>
              <a:pathLst>
                <a:path w="2930" h="2263" extrusionOk="0">
                  <a:moveTo>
                    <a:pt x="1477" y="667"/>
                  </a:moveTo>
                  <a:cubicBezTo>
                    <a:pt x="1644" y="667"/>
                    <a:pt x="1810" y="834"/>
                    <a:pt x="1810" y="1024"/>
                  </a:cubicBezTo>
                  <a:lnTo>
                    <a:pt x="1810" y="1239"/>
                  </a:lnTo>
                  <a:cubicBezTo>
                    <a:pt x="1810" y="1429"/>
                    <a:pt x="1644" y="1572"/>
                    <a:pt x="1477" y="1572"/>
                  </a:cubicBezTo>
                  <a:cubicBezTo>
                    <a:pt x="1286" y="1572"/>
                    <a:pt x="1120" y="1429"/>
                    <a:pt x="1120" y="1239"/>
                  </a:cubicBezTo>
                  <a:lnTo>
                    <a:pt x="1120" y="1024"/>
                  </a:lnTo>
                  <a:cubicBezTo>
                    <a:pt x="1120" y="834"/>
                    <a:pt x="1286" y="667"/>
                    <a:pt x="1477" y="667"/>
                  </a:cubicBezTo>
                  <a:close/>
                  <a:moveTo>
                    <a:pt x="0" y="0"/>
                  </a:moveTo>
                  <a:lnTo>
                    <a:pt x="0" y="2263"/>
                  </a:lnTo>
                  <a:lnTo>
                    <a:pt x="2930" y="2263"/>
                  </a:lnTo>
                  <a:lnTo>
                    <a:pt x="29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Rectángulo 6"/>
          <p:cNvSpPr/>
          <p:nvPr/>
        </p:nvSpPr>
        <p:spPr>
          <a:xfrm>
            <a:off x="4920610" y="1447673"/>
            <a:ext cx="3804553" cy="1815882"/>
          </a:xfrm>
          <a:prstGeom prst="rect">
            <a:avLst/>
          </a:prstGeom>
        </p:spPr>
        <p:txBody>
          <a:bodyPr wrap="square">
            <a:spAutoFit/>
          </a:bodyPr>
          <a:lstStyle/>
          <a:p>
            <a:pPr lvl="0" algn="ctr">
              <a:buClr>
                <a:srgbClr val="FFFFFF"/>
              </a:buClr>
              <a:buSzPts val="1400"/>
            </a:pPr>
            <a:r>
              <a:rPr lang="es-ES" dirty="0">
                <a:solidFill>
                  <a:srgbClr val="FFFFFF"/>
                </a:solidFill>
                <a:latin typeface="PT Sans"/>
                <a:sym typeface="PT Sans"/>
              </a:rPr>
              <a:t>❌ No es un framework completo, solo un compilador de componentes.</a:t>
            </a:r>
          </a:p>
          <a:p>
            <a:pPr lvl="0" algn="ctr">
              <a:buClr>
                <a:srgbClr val="FFFFFF"/>
              </a:buClr>
              <a:buSzPts val="1400"/>
            </a:pPr>
            <a:endParaRPr lang="es-ES" dirty="0">
              <a:solidFill>
                <a:srgbClr val="FFFFFF"/>
              </a:solidFill>
              <a:latin typeface="PT Sans"/>
              <a:sym typeface="PT Sans"/>
            </a:endParaRPr>
          </a:p>
          <a:p>
            <a:pPr lvl="0" algn="ctr">
              <a:buClr>
                <a:srgbClr val="FFFFFF"/>
              </a:buClr>
              <a:buSzPts val="1400"/>
            </a:pPr>
            <a:r>
              <a:rPr lang="es-ES" dirty="0">
                <a:solidFill>
                  <a:srgbClr val="FFFFFF"/>
                </a:solidFill>
                <a:latin typeface="PT Sans"/>
                <a:sym typeface="PT Sans"/>
              </a:rPr>
              <a:t>❌ Puede requerir configuraciones adicionales para integrarlo en proyectos grandes.</a:t>
            </a:r>
          </a:p>
          <a:p>
            <a:pPr lvl="0" algn="ctr">
              <a:buClr>
                <a:srgbClr val="FFFFFF"/>
              </a:buClr>
              <a:buSzPts val="1400"/>
            </a:pPr>
            <a:endParaRPr lang="es-ES" dirty="0">
              <a:solidFill>
                <a:srgbClr val="FFFFFF"/>
              </a:solidFill>
              <a:latin typeface="PT Sans"/>
              <a:sym typeface="PT Sans"/>
            </a:endParaRPr>
          </a:p>
          <a:p>
            <a:pPr lvl="0" algn="ctr">
              <a:buClr>
                <a:srgbClr val="FFFFFF"/>
              </a:buClr>
              <a:buSzPts val="1400"/>
            </a:pPr>
            <a:r>
              <a:rPr lang="es-ES" dirty="0">
                <a:solidFill>
                  <a:srgbClr val="FFFFFF"/>
                </a:solidFill>
                <a:latin typeface="PT Sans"/>
                <a:sym typeface="PT Sans"/>
              </a:rPr>
              <a:t>❌ Documentación menos extensa que otros frameworks populares.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4"/>
        <p:cNvGrpSpPr/>
        <p:nvPr/>
      </p:nvGrpSpPr>
      <p:grpSpPr>
        <a:xfrm>
          <a:off x="0" y="0"/>
          <a:ext cx="0" cy="0"/>
          <a:chOff x="0" y="0"/>
          <a:chExt cx="0" cy="0"/>
        </a:xfrm>
      </p:grpSpPr>
      <p:sp>
        <p:nvSpPr>
          <p:cNvPr id="3085" name="Google Shape;3085;p43"/>
          <p:cNvSpPr txBox="1">
            <a:spLocks noGrp="1"/>
          </p:cNvSpPr>
          <p:nvPr>
            <p:ph type="title" idx="4"/>
          </p:nvPr>
        </p:nvSpPr>
        <p:spPr>
          <a:xfrm>
            <a:off x="681203" y="521418"/>
            <a:ext cx="7717800" cy="572700"/>
          </a:xfrm>
          <a:prstGeom prst="rect">
            <a:avLst/>
          </a:prstGeom>
        </p:spPr>
        <p:txBody>
          <a:bodyPr spcFirstLastPara="1" wrap="square" lIns="91425" tIns="91425" rIns="91425" bIns="91425" anchor="ctr" anchorCtr="0">
            <a:noAutofit/>
          </a:bodyPr>
          <a:lstStyle/>
          <a:p>
            <a:r>
              <a:rPr lang="es-ES" dirty="0" smtClean="0"/>
              <a:t>Esbelto O Svelte</a:t>
            </a:r>
            <a:endParaRPr lang="es-ES" dirty="0"/>
          </a:p>
        </p:txBody>
      </p:sp>
      <p:sp>
        <p:nvSpPr>
          <p:cNvPr id="3087" name="Google Shape;3087;p43"/>
          <p:cNvSpPr txBox="1">
            <a:spLocks noGrp="1"/>
          </p:cNvSpPr>
          <p:nvPr>
            <p:ph type="subTitle" idx="1"/>
          </p:nvPr>
        </p:nvSpPr>
        <p:spPr>
          <a:xfrm>
            <a:off x="1730881" y="1553183"/>
            <a:ext cx="5035526" cy="1908168"/>
          </a:xfrm>
          <a:prstGeom prst="rect">
            <a:avLst/>
          </a:prstGeom>
        </p:spPr>
        <p:txBody>
          <a:bodyPr spcFirstLastPara="1" wrap="square" lIns="91425" tIns="91425" rIns="91425" bIns="91425" anchor="ctr" anchorCtr="0">
            <a:noAutofit/>
          </a:bodyPr>
          <a:lstStyle/>
          <a:p>
            <a:pPr marL="0" lvl="0" indent="0" algn="just"/>
            <a:r>
              <a:rPr lang="es-ES" dirty="0"/>
              <a:t>✨ ¿Qué es Svelte</a:t>
            </a:r>
            <a:r>
              <a:rPr lang="es-ES" dirty="0" smtClean="0"/>
              <a:t>? </a:t>
            </a:r>
          </a:p>
          <a:p>
            <a:pPr marL="0" lvl="0" indent="0" algn="just"/>
            <a:endParaRPr lang="es-ES" dirty="0"/>
          </a:p>
          <a:p>
            <a:pPr marL="0" lvl="0" indent="0" algn="just"/>
            <a:r>
              <a:rPr lang="es-ES" dirty="0" smtClean="0"/>
              <a:t>Svelte </a:t>
            </a:r>
            <a:r>
              <a:rPr lang="es-ES" dirty="0"/>
              <a:t>es un framework de </a:t>
            </a:r>
            <a:r>
              <a:rPr lang="es-ES" dirty="0" err="1"/>
              <a:t>frontend</a:t>
            </a:r>
            <a:r>
              <a:rPr lang="es-ES" dirty="0"/>
              <a:t> que permite desarrollar interfaces de usuario de manera eficiente y optimizada. A diferencia de frameworks como </a:t>
            </a:r>
            <a:r>
              <a:rPr lang="es-ES" dirty="0" err="1"/>
              <a:t>React</a:t>
            </a:r>
            <a:r>
              <a:rPr lang="es-ES" dirty="0"/>
              <a:t> o Vue, que dependen de un Virtual DOM para actualizar la UI, Svelte compila los componentes en JavaScript puro durante la fase de construcción, eliminando la necesidad de un "</a:t>
            </a:r>
            <a:r>
              <a:rPr lang="es-ES" dirty="0" err="1"/>
              <a:t>runtime</a:t>
            </a:r>
            <a:r>
              <a:rPr lang="es-ES" dirty="0"/>
              <a:t>" en el </a:t>
            </a:r>
            <a:r>
              <a:rPr lang="es-ES" dirty="0" err="1"/>
              <a:t>navegador.Esto</a:t>
            </a:r>
            <a:r>
              <a:rPr lang="es-ES" dirty="0"/>
              <a:t> significa que, en lugar de interpretar el código en tiempo de ejecución, Svelte genera código optimizado que modifica el DOM de manera directa y eficiente</a:t>
            </a:r>
            <a:endParaRPr dirty="0"/>
          </a:p>
        </p:txBody>
      </p:sp>
      <p:grpSp>
        <p:nvGrpSpPr>
          <p:cNvPr id="3092" name="Google Shape;3092;p43"/>
          <p:cNvGrpSpPr/>
          <p:nvPr/>
        </p:nvGrpSpPr>
        <p:grpSpPr>
          <a:xfrm>
            <a:off x="7812807" y="883512"/>
            <a:ext cx="1520982" cy="302065"/>
            <a:chOff x="5642557" y="-150670"/>
            <a:chExt cx="1520982" cy="302065"/>
          </a:xfrm>
        </p:grpSpPr>
        <p:sp>
          <p:nvSpPr>
            <p:cNvPr id="3093" name="Google Shape;3093;p43"/>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43"/>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3"/>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3"/>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3"/>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8" name="Google Shape;3098;p43"/>
          <p:cNvGrpSpPr/>
          <p:nvPr/>
        </p:nvGrpSpPr>
        <p:grpSpPr>
          <a:xfrm flipH="1">
            <a:off x="4657567" y="4577991"/>
            <a:ext cx="1105976" cy="133969"/>
            <a:chOff x="8183182" y="663852"/>
            <a:chExt cx="1475028" cy="178673"/>
          </a:xfrm>
        </p:grpSpPr>
        <p:grpSp>
          <p:nvGrpSpPr>
            <p:cNvPr id="3099" name="Google Shape;3099;p43"/>
            <p:cNvGrpSpPr/>
            <p:nvPr/>
          </p:nvGrpSpPr>
          <p:grpSpPr>
            <a:xfrm>
              <a:off x="8183182" y="774425"/>
              <a:ext cx="1178025" cy="68100"/>
              <a:chOff x="2024450" y="204150"/>
              <a:chExt cx="1178025" cy="68100"/>
            </a:xfrm>
          </p:grpSpPr>
          <p:sp>
            <p:nvSpPr>
              <p:cNvPr id="3100" name="Google Shape;3100;p43"/>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3"/>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43"/>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43"/>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3"/>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3"/>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3"/>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43"/>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43"/>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43"/>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0" name="Google Shape;3110;p43"/>
            <p:cNvGrpSpPr/>
            <p:nvPr/>
          </p:nvGrpSpPr>
          <p:grpSpPr>
            <a:xfrm>
              <a:off x="8480185" y="663852"/>
              <a:ext cx="1178025" cy="68100"/>
              <a:chOff x="2024450" y="204150"/>
              <a:chExt cx="1178025" cy="68100"/>
            </a:xfrm>
          </p:grpSpPr>
          <p:sp>
            <p:nvSpPr>
              <p:cNvPr id="3111" name="Google Shape;3111;p43"/>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43"/>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43"/>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43"/>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43"/>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43"/>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43"/>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43"/>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43"/>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43"/>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21" name="Google Shape;3121;p43"/>
          <p:cNvGrpSpPr/>
          <p:nvPr/>
        </p:nvGrpSpPr>
        <p:grpSpPr>
          <a:xfrm rot="5400000">
            <a:off x="1596468" y="766941"/>
            <a:ext cx="98902" cy="553090"/>
            <a:chOff x="4898850" y="4820550"/>
            <a:chExt cx="98902" cy="553090"/>
          </a:xfrm>
        </p:grpSpPr>
        <p:sp>
          <p:nvSpPr>
            <p:cNvPr id="3122" name="Google Shape;3122;p43"/>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43"/>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43"/>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43"/>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43"/>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4"/>
        <p:cNvGrpSpPr/>
        <p:nvPr/>
      </p:nvGrpSpPr>
      <p:grpSpPr>
        <a:xfrm>
          <a:off x="0" y="0"/>
          <a:ext cx="0" cy="0"/>
          <a:chOff x="0" y="0"/>
          <a:chExt cx="0" cy="0"/>
        </a:xfrm>
      </p:grpSpPr>
      <p:sp>
        <p:nvSpPr>
          <p:cNvPr id="3085" name="Google Shape;3085;p43"/>
          <p:cNvSpPr txBox="1">
            <a:spLocks noGrp="1"/>
          </p:cNvSpPr>
          <p:nvPr>
            <p:ph type="title" idx="4"/>
          </p:nvPr>
        </p:nvSpPr>
        <p:spPr>
          <a:xfrm>
            <a:off x="661231" y="298068"/>
            <a:ext cx="7717800" cy="572700"/>
          </a:xfrm>
          <a:prstGeom prst="rect">
            <a:avLst/>
          </a:prstGeom>
        </p:spPr>
        <p:txBody>
          <a:bodyPr spcFirstLastPara="1" wrap="square" lIns="91425" tIns="91425" rIns="91425" bIns="91425" anchor="ctr" anchorCtr="0">
            <a:noAutofit/>
          </a:bodyPr>
          <a:lstStyle/>
          <a:p>
            <a:r>
              <a:rPr lang="es-ES" dirty="0"/>
              <a:t>💡 Características Clave</a:t>
            </a:r>
          </a:p>
        </p:txBody>
      </p:sp>
      <p:sp>
        <p:nvSpPr>
          <p:cNvPr id="3087" name="Google Shape;3087;p43"/>
          <p:cNvSpPr txBox="1">
            <a:spLocks noGrp="1"/>
          </p:cNvSpPr>
          <p:nvPr>
            <p:ph type="subTitle" idx="1"/>
          </p:nvPr>
        </p:nvSpPr>
        <p:spPr>
          <a:xfrm>
            <a:off x="552716" y="1932799"/>
            <a:ext cx="7934830" cy="190816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v"/>
            </a:pPr>
            <a:r>
              <a:rPr lang="es-ES" b="1" dirty="0"/>
              <a:t>Compilación en tiempo de desarrollo</a:t>
            </a:r>
            <a:r>
              <a:rPr lang="es-ES" dirty="0"/>
              <a:t>: Convierte código Svelte en JavaScript puro optimizado</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a:t>No usa Virtual DOM</a:t>
            </a:r>
            <a:r>
              <a:rPr lang="es-ES" dirty="0"/>
              <a:t>: Modifica el DOM directamente para mejor rendimiento</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a:t>Menos </a:t>
            </a:r>
            <a:r>
              <a:rPr lang="es-ES" b="1" dirty="0" err="1"/>
              <a:t>boilerplate</a:t>
            </a:r>
            <a:r>
              <a:rPr lang="es-ES" dirty="0"/>
              <a:t>: Sintaxis simple y limpia</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a:t>Reactividad nativa</a:t>
            </a:r>
            <a:r>
              <a:rPr lang="es-ES" dirty="0"/>
              <a:t>: Variables reactivas sin necesidad de funciones adicionales</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a:t>CSS incluido en el componente</a:t>
            </a:r>
            <a:r>
              <a:rPr lang="es-ES" dirty="0"/>
              <a:t>: Estilos encapsulados por defecto</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a:t>Estructura modular</a:t>
            </a:r>
            <a:r>
              <a:rPr lang="es-ES" dirty="0"/>
              <a:t>: Cada componente es independiente con su propia lógica y estilos</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err="1"/>
              <a:t>Stores</a:t>
            </a:r>
            <a:r>
              <a:rPr lang="es-ES" b="1" dirty="0"/>
              <a:t> globales</a:t>
            </a:r>
            <a:r>
              <a:rPr lang="es-ES" dirty="0"/>
              <a:t>: Manejo eficiente del estado compartido entre componentes</a:t>
            </a:r>
            <a:r>
              <a:rPr lang="es-ES" dirty="0" smtClean="0"/>
              <a:t>.</a:t>
            </a:r>
          </a:p>
          <a:p>
            <a:pPr>
              <a:buFont typeface="Wingdings" panose="05000000000000000000" pitchFamily="2" charset="2"/>
              <a:buChar char="v"/>
            </a:pPr>
            <a:endParaRPr lang="es-ES" dirty="0"/>
          </a:p>
          <a:p>
            <a:pPr>
              <a:buFont typeface="Wingdings" panose="05000000000000000000" pitchFamily="2" charset="2"/>
              <a:buChar char="v"/>
            </a:pPr>
            <a:r>
              <a:rPr lang="es-ES" b="1" dirty="0"/>
              <a:t>Soporte para SSR (Server-</a:t>
            </a:r>
            <a:r>
              <a:rPr lang="es-ES" b="1" dirty="0" err="1"/>
              <a:t>Side</a:t>
            </a:r>
            <a:r>
              <a:rPr lang="es-ES" b="1" dirty="0"/>
              <a:t> </a:t>
            </a:r>
            <a:r>
              <a:rPr lang="es-ES" b="1" dirty="0" err="1"/>
              <a:t>Rendering</a:t>
            </a:r>
            <a:r>
              <a:rPr lang="es-ES" b="1" dirty="0"/>
              <a:t>)</a:t>
            </a:r>
            <a:r>
              <a:rPr lang="es-ES" dirty="0"/>
              <a:t>: Mejora SEO y rendimiento.</a:t>
            </a:r>
          </a:p>
          <a:p>
            <a:pPr>
              <a:buFont typeface="Wingdings" panose="05000000000000000000" pitchFamily="2" charset="2"/>
              <a:buChar char="v"/>
            </a:pPr>
            <a:r>
              <a:rPr lang="es-ES" b="1" dirty="0"/>
              <a:t>Compatible con TypeScript</a:t>
            </a:r>
            <a:r>
              <a:rPr lang="es-ES" dirty="0"/>
              <a:t>: Soporte opcional para </a:t>
            </a:r>
            <a:r>
              <a:rPr lang="es-ES" dirty="0" err="1"/>
              <a:t>tipado</a:t>
            </a:r>
            <a:r>
              <a:rPr lang="es-ES" dirty="0"/>
              <a:t> estricto.</a:t>
            </a:r>
          </a:p>
        </p:txBody>
      </p:sp>
      <p:grpSp>
        <p:nvGrpSpPr>
          <p:cNvPr id="3092" name="Google Shape;3092;p43"/>
          <p:cNvGrpSpPr/>
          <p:nvPr/>
        </p:nvGrpSpPr>
        <p:grpSpPr>
          <a:xfrm>
            <a:off x="7812807" y="883512"/>
            <a:ext cx="1520982" cy="302065"/>
            <a:chOff x="5642557" y="-150670"/>
            <a:chExt cx="1520982" cy="302065"/>
          </a:xfrm>
        </p:grpSpPr>
        <p:sp>
          <p:nvSpPr>
            <p:cNvPr id="3093" name="Google Shape;3093;p43"/>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43"/>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3"/>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3"/>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3"/>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1" name="Google Shape;3121;p43"/>
          <p:cNvGrpSpPr/>
          <p:nvPr/>
        </p:nvGrpSpPr>
        <p:grpSpPr>
          <a:xfrm rot="5400000">
            <a:off x="1596468" y="766941"/>
            <a:ext cx="98902" cy="553090"/>
            <a:chOff x="4898850" y="4820550"/>
            <a:chExt cx="98902" cy="553090"/>
          </a:xfrm>
        </p:grpSpPr>
        <p:sp>
          <p:nvSpPr>
            <p:cNvPr id="3122" name="Google Shape;3122;p43"/>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43"/>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43"/>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43"/>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43"/>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62667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0"/>
        <p:cNvGrpSpPr/>
        <p:nvPr/>
      </p:nvGrpSpPr>
      <p:grpSpPr>
        <a:xfrm>
          <a:off x="0" y="0"/>
          <a:ext cx="0" cy="0"/>
          <a:chOff x="0" y="0"/>
          <a:chExt cx="0" cy="0"/>
        </a:xfrm>
      </p:grpSpPr>
      <p:sp>
        <p:nvSpPr>
          <p:cNvPr id="3131" name="Google Shape;3131;p44"/>
          <p:cNvSpPr txBox="1">
            <a:spLocks noGrp="1"/>
          </p:cNvSpPr>
          <p:nvPr>
            <p:ph type="title"/>
          </p:nvPr>
        </p:nvSpPr>
        <p:spPr>
          <a:xfrm>
            <a:off x="2140683" y="765491"/>
            <a:ext cx="3973899" cy="434400"/>
          </a:xfrm>
          <a:prstGeom prst="rect">
            <a:avLst/>
          </a:prstGeom>
        </p:spPr>
        <p:txBody>
          <a:bodyPr spcFirstLastPara="1" wrap="square" lIns="91425" tIns="91425" rIns="91425" bIns="91425" anchor="ctr" anchorCtr="0">
            <a:noAutofit/>
          </a:bodyPr>
          <a:lstStyle/>
          <a:p>
            <a:r>
              <a:rPr lang="es-ES" dirty="0"/>
              <a:t>📚 Instalación y Uso</a:t>
            </a:r>
            <a:br>
              <a:rPr lang="es-ES" dirty="0"/>
            </a:br>
            <a:r>
              <a:rPr lang="es-ES" dirty="0"/>
              <a:t>Para empezar con Svelte:</a:t>
            </a:r>
          </a:p>
        </p:txBody>
      </p:sp>
      <p:grpSp>
        <p:nvGrpSpPr>
          <p:cNvPr id="3133" name="Google Shape;3133;p44"/>
          <p:cNvGrpSpPr/>
          <p:nvPr/>
        </p:nvGrpSpPr>
        <p:grpSpPr>
          <a:xfrm>
            <a:off x="1837776" y="4407669"/>
            <a:ext cx="1252897" cy="51000"/>
            <a:chOff x="2915381" y="4104819"/>
            <a:chExt cx="1252897" cy="51000"/>
          </a:xfrm>
        </p:grpSpPr>
        <p:sp>
          <p:nvSpPr>
            <p:cNvPr id="3134" name="Google Shape;3134;p44"/>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44"/>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44"/>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44"/>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44"/>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44"/>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44"/>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44"/>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44"/>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44"/>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44"/>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44"/>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44"/>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44"/>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8" name="Google Shape;3148;p44"/>
          <p:cNvGrpSpPr/>
          <p:nvPr/>
        </p:nvGrpSpPr>
        <p:grpSpPr>
          <a:xfrm flipH="1">
            <a:off x="2904967" y="447966"/>
            <a:ext cx="1105976" cy="133969"/>
            <a:chOff x="8183182" y="663852"/>
            <a:chExt cx="1475028" cy="178673"/>
          </a:xfrm>
        </p:grpSpPr>
        <p:grpSp>
          <p:nvGrpSpPr>
            <p:cNvPr id="3149" name="Google Shape;3149;p44"/>
            <p:cNvGrpSpPr/>
            <p:nvPr/>
          </p:nvGrpSpPr>
          <p:grpSpPr>
            <a:xfrm>
              <a:off x="8183182" y="774425"/>
              <a:ext cx="1178025" cy="68100"/>
              <a:chOff x="2024450" y="204150"/>
              <a:chExt cx="1178025" cy="68100"/>
            </a:xfrm>
          </p:grpSpPr>
          <p:sp>
            <p:nvSpPr>
              <p:cNvPr id="3150" name="Google Shape;3150;p4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4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4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4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4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4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4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4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4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4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0" name="Google Shape;3160;p44"/>
            <p:cNvGrpSpPr/>
            <p:nvPr/>
          </p:nvGrpSpPr>
          <p:grpSpPr>
            <a:xfrm>
              <a:off x="8480185" y="663852"/>
              <a:ext cx="1178025" cy="68100"/>
              <a:chOff x="2024450" y="204150"/>
              <a:chExt cx="1178025" cy="68100"/>
            </a:xfrm>
          </p:grpSpPr>
          <p:sp>
            <p:nvSpPr>
              <p:cNvPr id="3161" name="Google Shape;3161;p4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4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4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4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4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4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4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4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71" name="Google Shape;3171;p44"/>
          <p:cNvGrpSpPr/>
          <p:nvPr/>
        </p:nvGrpSpPr>
        <p:grpSpPr>
          <a:xfrm rot="5400000">
            <a:off x="7200764" y="3308753"/>
            <a:ext cx="883262" cy="242091"/>
            <a:chOff x="2300350" y="2601250"/>
            <a:chExt cx="2275275" cy="623625"/>
          </a:xfrm>
        </p:grpSpPr>
        <p:sp>
          <p:nvSpPr>
            <p:cNvPr id="3172" name="Google Shape;3172;p44"/>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44"/>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4"/>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4"/>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4"/>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4"/>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agen 2"/>
          <p:cNvPicPr>
            <a:picLocks noChangeAspect="1"/>
          </p:cNvPicPr>
          <p:nvPr/>
        </p:nvPicPr>
        <p:blipFill>
          <a:blip r:embed="rId3"/>
          <a:stretch>
            <a:fillRect/>
          </a:stretch>
        </p:blipFill>
        <p:spPr>
          <a:xfrm>
            <a:off x="2536059" y="1383447"/>
            <a:ext cx="3124636" cy="943107"/>
          </a:xfrm>
          <a:prstGeom prst="rect">
            <a:avLst/>
          </a:prstGeom>
        </p:spPr>
      </p:pic>
      <p:pic>
        <p:nvPicPr>
          <p:cNvPr id="4" name="Imagen 3"/>
          <p:cNvPicPr>
            <a:picLocks noChangeAspect="1"/>
          </p:cNvPicPr>
          <p:nvPr/>
        </p:nvPicPr>
        <p:blipFill>
          <a:blip r:embed="rId4"/>
          <a:stretch>
            <a:fillRect/>
          </a:stretch>
        </p:blipFill>
        <p:spPr>
          <a:xfrm>
            <a:off x="1135362" y="2510110"/>
            <a:ext cx="6277851" cy="149563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81"/>
        <p:cNvGrpSpPr/>
        <p:nvPr/>
      </p:nvGrpSpPr>
      <p:grpSpPr>
        <a:xfrm>
          <a:off x="0" y="0"/>
          <a:ext cx="0" cy="0"/>
          <a:chOff x="0" y="0"/>
          <a:chExt cx="0" cy="0"/>
        </a:xfrm>
      </p:grpSpPr>
      <p:sp>
        <p:nvSpPr>
          <p:cNvPr id="3182" name="Google Shape;3182;p45"/>
          <p:cNvSpPr txBox="1">
            <a:spLocks noGrp="1"/>
          </p:cNvSpPr>
          <p:nvPr>
            <p:ph type="title"/>
          </p:nvPr>
        </p:nvSpPr>
        <p:spPr>
          <a:xfrm>
            <a:off x="628801" y="74422"/>
            <a:ext cx="8004333" cy="813600"/>
          </a:xfrm>
          <a:prstGeom prst="rect">
            <a:avLst/>
          </a:prstGeom>
        </p:spPr>
        <p:txBody>
          <a:bodyPr spcFirstLastPara="1" wrap="square" lIns="91425" tIns="91425" rIns="91425" bIns="91425" anchor="b" anchorCtr="0">
            <a:noAutofit/>
          </a:bodyPr>
          <a:lstStyle/>
          <a:p>
            <a:pPr lvl="0" algn="ctr"/>
            <a:r>
              <a:rPr lang="es-ES" sz="2800" dirty="0"/>
              <a:t>📚 Ejemplo de un Componente en Svelte</a:t>
            </a:r>
            <a:endParaRPr sz="2800" dirty="0">
              <a:solidFill>
                <a:schemeClr val="accent2"/>
              </a:solidFill>
            </a:endParaRPr>
          </a:p>
        </p:txBody>
      </p:sp>
      <p:grpSp>
        <p:nvGrpSpPr>
          <p:cNvPr id="3185" name="Google Shape;3185;p45"/>
          <p:cNvGrpSpPr/>
          <p:nvPr/>
        </p:nvGrpSpPr>
        <p:grpSpPr>
          <a:xfrm flipH="1">
            <a:off x="7672202" y="3605178"/>
            <a:ext cx="883262" cy="242091"/>
            <a:chOff x="2300350" y="2601250"/>
            <a:chExt cx="2275275" cy="623625"/>
          </a:xfrm>
        </p:grpSpPr>
        <p:sp>
          <p:nvSpPr>
            <p:cNvPr id="3186" name="Google Shape;3186;p4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4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4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4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2" name="Google Shape;3192;p45"/>
          <p:cNvGrpSpPr/>
          <p:nvPr/>
        </p:nvGrpSpPr>
        <p:grpSpPr>
          <a:xfrm rot="5400000">
            <a:off x="2935200" y="4005125"/>
            <a:ext cx="98902" cy="553090"/>
            <a:chOff x="4898850" y="4820550"/>
            <a:chExt cx="98902" cy="553090"/>
          </a:xfrm>
        </p:grpSpPr>
        <p:sp>
          <p:nvSpPr>
            <p:cNvPr id="3193" name="Google Shape;3193;p45"/>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45"/>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45"/>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45"/>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45"/>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8" name="Google Shape;3198;p45"/>
          <p:cNvGrpSpPr/>
          <p:nvPr/>
        </p:nvGrpSpPr>
        <p:grpSpPr>
          <a:xfrm>
            <a:off x="5776817" y="1332566"/>
            <a:ext cx="1105976" cy="133969"/>
            <a:chOff x="8183182" y="663852"/>
            <a:chExt cx="1475028" cy="178673"/>
          </a:xfrm>
        </p:grpSpPr>
        <p:grpSp>
          <p:nvGrpSpPr>
            <p:cNvPr id="3199" name="Google Shape;3199;p45"/>
            <p:cNvGrpSpPr/>
            <p:nvPr/>
          </p:nvGrpSpPr>
          <p:grpSpPr>
            <a:xfrm>
              <a:off x="8183182" y="774425"/>
              <a:ext cx="1178025" cy="68100"/>
              <a:chOff x="2024450" y="204150"/>
              <a:chExt cx="1178025" cy="68100"/>
            </a:xfrm>
          </p:grpSpPr>
          <p:sp>
            <p:nvSpPr>
              <p:cNvPr id="3200" name="Google Shape;3200;p45"/>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45"/>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45"/>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45"/>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45"/>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5"/>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5"/>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5"/>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5"/>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5"/>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0" name="Google Shape;3210;p45"/>
            <p:cNvGrpSpPr/>
            <p:nvPr/>
          </p:nvGrpSpPr>
          <p:grpSpPr>
            <a:xfrm>
              <a:off x="8480185" y="663852"/>
              <a:ext cx="1178025" cy="68100"/>
              <a:chOff x="2024450" y="204150"/>
              <a:chExt cx="1178025" cy="68100"/>
            </a:xfrm>
          </p:grpSpPr>
          <p:sp>
            <p:nvSpPr>
              <p:cNvPr id="3211" name="Google Shape;3211;p45"/>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5"/>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5"/>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5"/>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5"/>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5"/>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5"/>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5"/>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5"/>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5"/>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21" name="Google Shape;3221;p45"/>
          <p:cNvGrpSpPr/>
          <p:nvPr/>
        </p:nvGrpSpPr>
        <p:grpSpPr>
          <a:xfrm>
            <a:off x="5294901" y="4383719"/>
            <a:ext cx="1252897" cy="51000"/>
            <a:chOff x="2915381" y="4104819"/>
            <a:chExt cx="1252897" cy="51000"/>
          </a:xfrm>
        </p:grpSpPr>
        <p:sp>
          <p:nvSpPr>
            <p:cNvPr id="3222" name="Google Shape;3222;p45"/>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5"/>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5"/>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5"/>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5"/>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5"/>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5"/>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5"/>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5"/>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5"/>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45"/>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5"/>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5"/>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5"/>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6" name="Google Shape;3236;p45"/>
          <p:cNvGrpSpPr/>
          <p:nvPr/>
        </p:nvGrpSpPr>
        <p:grpSpPr>
          <a:xfrm>
            <a:off x="2377934" y="69606"/>
            <a:ext cx="883262" cy="242091"/>
            <a:chOff x="2300350" y="2601250"/>
            <a:chExt cx="2275275" cy="623625"/>
          </a:xfrm>
        </p:grpSpPr>
        <p:sp>
          <p:nvSpPr>
            <p:cNvPr id="3237" name="Google Shape;3237;p4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3" name="Google Shape;3243;p45"/>
          <p:cNvGrpSpPr/>
          <p:nvPr/>
        </p:nvGrpSpPr>
        <p:grpSpPr>
          <a:xfrm>
            <a:off x="7672192" y="1903729"/>
            <a:ext cx="1823016" cy="296643"/>
            <a:chOff x="7857346" y="3902355"/>
            <a:chExt cx="1823016" cy="296643"/>
          </a:xfrm>
        </p:grpSpPr>
        <p:sp>
          <p:nvSpPr>
            <p:cNvPr id="3244" name="Google Shape;3244;p45"/>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5"/>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5"/>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5"/>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5"/>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5"/>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Imagen 3"/>
          <p:cNvPicPr>
            <a:picLocks noChangeAspect="1"/>
          </p:cNvPicPr>
          <p:nvPr/>
        </p:nvPicPr>
        <p:blipFill>
          <a:blip r:embed="rId3"/>
          <a:stretch>
            <a:fillRect/>
          </a:stretch>
        </p:blipFill>
        <p:spPr>
          <a:xfrm>
            <a:off x="2110102" y="1015196"/>
            <a:ext cx="4772691" cy="35152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81"/>
        <p:cNvGrpSpPr/>
        <p:nvPr/>
      </p:nvGrpSpPr>
      <p:grpSpPr>
        <a:xfrm>
          <a:off x="0" y="0"/>
          <a:ext cx="0" cy="0"/>
          <a:chOff x="0" y="0"/>
          <a:chExt cx="0" cy="0"/>
        </a:xfrm>
      </p:grpSpPr>
      <p:sp>
        <p:nvSpPr>
          <p:cNvPr id="3182" name="Google Shape;3182;p45"/>
          <p:cNvSpPr txBox="1">
            <a:spLocks noGrp="1"/>
          </p:cNvSpPr>
          <p:nvPr>
            <p:ph type="title"/>
          </p:nvPr>
        </p:nvSpPr>
        <p:spPr>
          <a:xfrm>
            <a:off x="513911" y="683438"/>
            <a:ext cx="8004333" cy="813600"/>
          </a:xfrm>
          <a:prstGeom prst="rect">
            <a:avLst/>
          </a:prstGeom>
        </p:spPr>
        <p:txBody>
          <a:bodyPr spcFirstLastPara="1" wrap="square" lIns="91425" tIns="91425" rIns="91425" bIns="91425" anchor="b" anchorCtr="0">
            <a:noAutofit/>
          </a:bodyPr>
          <a:lstStyle/>
          <a:p>
            <a:pPr lvl="0" algn="ctr"/>
            <a:r>
              <a:rPr lang="es-ES" sz="2800" dirty="0"/>
              <a:t>Explicación del Código: Contador con Svelte y Estilos Personalizados</a:t>
            </a:r>
            <a:endParaRPr sz="2800" dirty="0">
              <a:solidFill>
                <a:schemeClr val="accent2"/>
              </a:solidFill>
            </a:endParaRPr>
          </a:p>
        </p:txBody>
      </p:sp>
      <p:grpSp>
        <p:nvGrpSpPr>
          <p:cNvPr id="3185" name="Google Shape;3185;p45"/>
          <p:cNvGrpSpPr/>
          <p:nvPr/>
        </p:nvGrpSpPr>
        <p:grpSpPr>
          <a:xfrm flipH="1">
            <a:off x="7672202" y="3605178"/>
            <a:ext cx="883262" cy="242091"/>
            <a:chOff x="2300350" y="2601250"/>
            <a:chExt cx="2275275" cy="623625"/>
          </a:xfrm>
        </p:grpSpPr>
        <p:sp>
          <p:nvSpPr>
            <p:cNvPr id="3186" name="Google Shape;3186;p4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4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4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4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2" name="Google Shape;3192;p45"/>
          <p:cNvGrpSpPr/>
          <p:nvPr/>
        </p:nvGrpSpPr>
        <p:grpSpPr>
          <a:xfrm rot="5400000">
            <a:off x="2935200" y="4005125"/>
            <a:ext cx="98902" cy="553090"/>
            <a:chOff x="4898850" y="4820550"/>
            <a:chExt cx="98902" cy="553090"/>
          </a:xfrm>
        </p:grpSpPr>
        <p:sp>
          <p:nvSpPr>
            <p:cNvPr id="3193" name="Google Shape;3193;p45"/>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45"/>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45"/>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45"/>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45"/>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8" name="Google Shape;3198;p45"/>
          <p:cNvGrpSpPr/>
          <p:nvPr/>
        </p:nvGrpSpPr>
        <p:grpSpPr>
          <a:xfrm>
            <a:off x="5776817" y="1332566"/>
            <a:ext cx="1105976" cy="133969"/>
            <a:chOff x="8183182" y="663852"/>
            <a:chExt cx="1475028" cy="178673"/>
          </a:xfrm>
        </p:grpSpPr>
        <p:grpSp>
          <p:nvGrpSpPr>
            <p:cNvPr id="3199" name="Google Shape;3199;p45"/>
            <p:cNvGrpSpPr/>
            <p:nvPr/>
          </p:nvGrpSpPr>
          <p:grpSpPr>
            <a:xfrm>
              <a:off x="8183182" y="774425"/>
              <a:ext cx="1178025" cy="68100"/>
              <a:chOff x="2024450" y="204150"/>
              <a:chExt cx="1178025" cy="68100"/>
            </a:xfrm>
          </p:grpSpPr>
          <p:sp>
            <p:nvSpPr>
              <p:cNvPr id="3200" name="Google Shape;3200;p45"/>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45"/>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45"/>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45"/>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45"/>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5"/>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5"/>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5"/>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5"/>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5"/>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0" name="Google Shape;3210;p45"/>
            <p:cNvGrpSpPr/>
            <p:nvPr/>
          </p:nvGrpSpPr>
          <p:grpSpPr>
            <a:xfrm>
              <a:off x="8480185" y="663852"/>
              <a:ext cx="1178025" cy="68100"/>
              <a:chOff x="2024450" y="204150"/>
              <a:chExt cx="1178025" cy="68100"/>
            </a:xfrm>
          </p:grpSpPr>
          <p:sp>
            <p:nvSpPr>
              <p:cNvPr id="3211" name="Google Shape;3211;p45"/>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5"/>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5"/>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5"/>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5"/>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5"/>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5"/>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5"/>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5"/>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5"/>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21" name="Google Shape;3221;p45"/>
          <p:cNvGrpSpPr/>
          <p:nvPr/>
        </p:nvGrpSpPr>
        <p:grpSpPr>
          <a:xfrm>
            <a:off x="5294901" y="4383719"/>
            <a:ext cx="1252897" cy="51000"/>
            <a:chOff x="2915381" y="4104819"/>
            <a:chExt cx="1252897" cy="51000"/>
          </a:xfrm>
        </p:grpSpPr>
        <p:sp>
          <p:nvSpPr>
            <p:cNvPr id="3222" name="Google Shape;3222;p45"/>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5"/>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5"/>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5"/>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5"/>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5"/>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5"/>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5"/>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5"/>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5"/>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45"/>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5"/>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5"/>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5"/>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6" name="Google Shape;3236;p45"/>
          <p:cNvGrpSpPr/>
          <p:nvPr/>
        </p:nvGrpSpPr>
        <p:grpSpPr>
          <a:xfrm>
            <a:off x="2377934" y="69606"/>
            <a:ext cx="883262" cy="242091"/>
            <a:chOff x="2300350" y="2601250"/>
            <a:chExt cx="2275275" cy="623625"/>
          </a:xfrm>
        </p:grpSpPr>
        <p:sp>
          <p:nvSpPr>
            <p:cNvPr id="3237" name="Google Shape;3237;p4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3" name="Google Shape;3243;p45"/>
          <p:cNvGrpSpPr/>
          <p:nvPr/>
        </p:nvGrpSpPr>
        <p:grpSpPr>
          <a:xfrm>
            <a:off x="8466348" y="1903729"/>
            <a:ext cx="1028860" cy="296643"/>
            <a:chOff x="7857346" y="3902355"/>
            <a:chExt cx="1823016" cy="296643"/>
          </a:xfrm>
        </p:grpSpPr>
        <p:sp>
          <p:nvSpPr>
            <p:cNvPr id="3244" name="Google Shape;3244;p45"/>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5"/>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5"/>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5"/>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5"/>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5"/>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452" y="1619948"/>
            <a:ext cx="7690426" cy="1985230"/>
          </a:xfrm>
          <a:prstGeom prst="rect">
            <a:avLst/>
          </a:prstGeom>
        </p:spPr>
      </p:pic>
    </p:spTree>
    <p:extLst>
      <p:ext uri="{BB962C8B-B14F-4D97-AF65-F5344CB8AC3E}">
        <p14:creationId xmlns:p14="http://schemas.microsoft.com/office/powerpoint/2010/main" val="2469395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38"/>
        <p:cNvGrpSpPr/>
        <p:nvPr/>
      </p:nvGrpSpPr>
      <p:grpSpPr>
        <a:xfrm>
          <a:off x="0" y="0"/>
          <a:ext cx="0" cy="0"/>
          <a:chOff x="0" y="0"/>
          <a:chExt cx="0" cy="0"/>
        </a:xfrm>
      </p:grpSpPr>
      <p:sp>
        <p:nvSpPr>
          <p:cNvPr id="3039" name="Google Shape;3039;p42"/>
          <p:cNvSpPr txBox="1">
            <a:spLocks noGrp="1"/>
          </p:cNvSpPr>
          <p:nvPr>
            <p:ph type="title"/>
          </p:nvPr>
        </p:nvSpPr>
        <p:spPr>
          <a:xfrm>
            <a:off x="421854" y="369698"/>
            <a:ext cx="8111923" cy="5727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p>
            <a:pPr algn="ctr"/>
            <a:r>
              <a:rPr lang="es-ES" dirty="0"/>
              <a:t>⚡ Ventajas </a:t>
            </a:r>
            <a:r>
              <a:rPr lang="es-ES" dirty="0" smtClean="0"/>
              <a:t>y  ⚠ </a:t>
            </a:r>
            <a:r>
              <a:rPr lang="es-ES" dirty="0"/>
              <a:t>Desventajas de Svelte</a:t>
            </a:r>
            <a:br>
              <a:rPr lang="es-ES" dirty="0"/>
            </a:br>
            <a:endParaRPr dirty="0">
              <a:solidFill>
                <a:schemeClr val="accent2"/>
              </a:solidFill>
            </a:endParaRPr>
          </a:p>
        </p:txBody>
      </p:sp>
      <p:sp>
        <p:nvSpPr>
          <p:cNvPr id="3045" name="Google Shape;3045;p42"/>
          <p:cNvSpPr txBox="1">
            <a:spLocks noGrp="1"/>
          </p:cNvSpPr>
          <p:nvPr>
            <p:ph type="subTitle" idx="6"/>
          </p:nvPr>
        </p:nvSpPr>
        <p:spPr>
          <a:xfrm>
            <a:off x="575262" y="2061242"/>
            <a:ext cx="4212416" cy="750300"/>
          </a:xfrm>
          <a:prstGeom prst="rect">
            <a:avLst/>
          </a:prstGeom>
        </p:spPr>
        <p:txBody>
          <a:bodyPr spcFirstLastPara="1" wrap="square" lIns="91425" tIns="91425" rIns="91425" bIns="91425" anchor="ctr" anchorCtr="0">
            <a:noAutofit/>
          </a:bodyPr>
          <a:lstStyle/>
          <a:p>
            <a:pPr marL="0" lvl="0" indent="0"/>
            <a:r>
              <a:rPr lang="es-ES" dirty="0" smtClean="0"/>
              <a:t>✅ </a:t>
            </a:r>
            <a:r>
              <a:rPr lang="es-ES" dirty="0"/>
              <a:t>Código más simple y fácil de </a:t>
            </a:r>
            <a:r>
              <a:rPr lang="es-ES" dirty="0" smtClean="0"/>
              <a:t>entender</a:t>
            </a:r>
          </a:p>
          <a:p>
            <a:pPr marL="0" lvl="0" indent="0"/>
            <a:endParaRPr lang="es-ES" dirty="0" smtClean="0"/>
          </a:p>
          <a:p>
            <a:pPr marL="0" lvl="0" indent="0"/>
            <a:r>
              <a:rPr lang="es-ES" dirty="0" smtClean="0"/>
              <a:t>.</a:t>
            </a:r>
            <a:r>
              <a:rPr lang="es-ES" dirty="0"/>
              <a:t>✅ Mejor rendimiento que frameworks basados en Virtual DOM</a:t>
            </a:r>
            <a:r>
              <a:rPr lang="es-ES" dirty="0" smtClean="0"/>
              <a:t>.</a:t>
            </a:r>
          </a:p>
          <a:p>
            <a:pPr marL="0" lvl="0" indent="0"/>
            <a:endParaRPr lang="es-ES" dirty="0" smtClean="0"/>
          </a:p>
          <a:p>
            <a:pPr marL="0" lvl="0" indent="0"/>
            <a:r>
              <a:rPr lang="es-ES" dirty="0" smtClean="0"/>
              <a:t>✅ </a:t>
            </a:r>
            <a:r>
              <a:rPr lang="es-ES" dirty="0"/>
              <a:t>No necesita un "</a:t>
            </a:r>
            <a:r>
              <a:rPr lang="es-ES" dirty="0" err="1"/>
              <a:t>runtime</a:t>
            </a:r>
            <a:r>
              <a:rPr lang="es-ES" dirty="0"/>
              <a:t>" adicional</a:t>
            </a:r>
            <a:r>
              <a:rPr lang="es-ES" dirty="0" smtClean="0"/>
              <a:t>.</a:t>
            </a:r>
          </a:p>
          <a:p>
            <a:pPr marL="0" lvl="0" indent="0"/>
            <a:endParaRPr lang="es-ES" dirty="0" smtClean="0"/>
          </a:p>
          <a:p>
            <a:pPr marL="0" lvl="0" indent="0"/>
            <a:r>
              <a:rPr lang="es-ES" dirty="0" smtClean="0"/>
              <a:t>✅ </a:t>
            </a:r>
            <a:r>
              <a:rPr lang="es-ES" dirty="0"/>
              <a:t>Estilos encapsulados por defecto</a:t>
            </a:r>
            <a:r>
              <a:rPr lang="es-ES" dirty="0" smtClean="0"/>
              <a:t>.</a:t>
            </a:r>
          </a:p>
          <a:p>
            <a:pPr marL="0" lvl="0" indent="0"/>
            <a:endParaRPr lang="es-ES" dirty="0" smtClean="0"/>
          </a:p>
          <a:p>
            <a:pPr marL="0" lvl="0" indent="0"/>
            <a:r>
              <a:rPr lang="es-ES" dirty="0" smtClean="0"/>
              <a:t>✅ </a:t>
            </a:r>
            <a:r>
              <a:rPr lang="es-ES" dirty="0"/>
              <a:t>Menor tamaño de </a:t>
            </a:r>
            <a:r>
              <a:rPr lang="es-ES" dirty="0" err="1"/>
              <a:t>bundle</a:t>
            </a:r>
            <a:r>
              <a:rPr lang="es-ES" dirty="0"/>
              <a:t> que </a:t>
            </a:r>
            <a:r>
              <a:rPr lang="es-ES" dirty="0" err="1"/>
              <a:t>React</a:t>
            </a:r>
            <a:r>
              <a:rPr lang="es-ES" dirty="0"/>
              <a:t> o Vue</a:t>
            </a:r>
            <a:r>
              <a:rPr lang="es-ES" dirty="0" smtClean="0"/>
              <a:t>.</a:t>
            </a:r>
          </a:p>
          <a:p>
            <a:pPr marL="0" lvl="0" indent="0"/>
            <a:endParaRPr lang="es-ES" dirty="0" smtClean="0"/>
          </a:p>
          <a:p>
            <a:pPr marL="0" lvl="0" indent="0"/>
            <a:r>
              <a:rPr lang="es-ES" dirty="0" smtClean="0"/>
              <a:t>✅ </a:t>
            </a:r>
            <a:r>
              <a:rPr lang="es-ES" dirty="0"/>
              <a:t>Mejor rendimiento en aplicaciones con muchas actualizaciones de estado.</a:t>
            </a:r>
            <a:endParaRPr dirty="0"/>
          </a:p>
        </p:txBody>
      </p:sp>
      <p:grpSp>
        <p:nvGrpSpPr>
          <p:cNvPr id="3046" name="Google Shape;3046;p42"/>
          <p:cNvGrpSpPr/>
          <p:nvPr/>
        </p:nvGrpSpPr>
        <p:grpSpPr>
          <a:xfrm>
            <a:off x="5539392" y="4824279"/>
            <a:ext cx="1105976" cy="133969"/>
            <a:chOff x="8183182" y="663852"/>
            <a:chExt cx="1475028" cy="178673"/>
          </a:xfrm>
        </p:grpSpPr>
        <p:grpSp>
          <p:nvGrpSpPr>
            <p:cNvPr id="3047" name="Google Shape;3047;p42"/>
            <p:cNvGrpSpPr/>
            <p:nvPr/>
          </p:nvGrpSpPr>
          <p:grpSpPr>
            <a:xfrm>
              <a:off x="8183182" y="774425"/>
              <a:ext cx="1178025" cy="68100"/>
              <a:chOff x="2024450" y="204150"/>
              <a:chExt cx="1178025" cy="68100"/>
            </a:xfrm>
          </p:grpSpPr>
          <p:sp>
            <p:nvSpPr>
              <p:cNvPr id="3048" name="Google Shape;3048;p4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4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4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4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4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4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4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4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8" name="Google Shape;3058;p42"/>
            <p:cNvGrpSpPr/>
            <p:nvPr/>
          </p:nvGrpSpPr>
          <p:grpSpPr>
            <a:xfrm>
              <a:off x="8480185" y="663852"/>
              <a:ext cx="1178025" cy="68100"/>
              <a:chOff x="2024450" y="204150"/>
              <a:chExt cx="1178025" cy="68100"/>
            </a:xfrm>
          </p:grpSpPr>
          <p:sp>
            <p:nvSpPr>
              <p:cNvPr id="3059" name="Google Shape;3059;p4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4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4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4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4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4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4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69" name="Google Shape;3069;p42"/>
          <p:cNvGrpSpPr/>
          <p:nvPr/>
        </p:nvGrpSpPr>
        <p:grpSpPr>
          <a:xfrm>
            <a:off x="2130597" y="3930387"/>
            <a:ext cx="1101746" cy="1075523"/>
            <a:chOff x="7547949" y="2761477"/>
            <a:chExt cx="417348" cy="366254"/>
          </a:xfrm>
        </p:grpSpPr>
        <p:sp>
          <p:nvSpPr>
            <p:cNvPr id="3070" name="Google Shape;3070;p42"/>
            <p:cNvSpPr/>
            <p:nvPr/>
          </p:nvSpPr>
          <p:spPr>
            <a:xfrm>
              <a:off x="7744686" y="2908824"/>
              <a:ext cx="23889" cy="23889"/>
            </a:xfrm>
            <a:custGeom>
              <a:avLst/>
              <a:gdLst/>
              <a:ahLst/>
              <a:cxnLst/>
              <a:rect l="l" t="t" r="r" b="b"/>
              <a:pathLst>
                <a:path w="668" h="668" extrusionOk="0">
                  <a:moveTo>
                    <a:pt x="334" y="1"/>
                  </a:moveTo>
                  <a:cubicBezTo>
                    <a:pt x="144" y="1"/>
                    <a:pt x="1" y="143"/>
                    <a:pt x="1" y="334"/>
                  </a:cubicBezTo>
                  <a:cubicBezTo>
                    <a:pt x="1" y="525"/>
                    <a:pt x="144" y="667"/>
                    <a:pt x="334" y="667"/>
                  </a:cubicBezTo>
                  <a:cubicBezTo>
                    <a:pt x="525" y="667"/>
                    <a:pt x="668" y="525"/>
                    <a:pt x="668" y="334"/>
                  </a:cubicBezTo>
                  <a:cubicBezTo>
                    <a:pt x="668" y="143"/>
                    <a:pt x="525"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42"/>
            <p:cNvSpPr/>
            <p:nvPr/>
          </p:nvSpPr>
          <p:spPr>
            <a:xfrm>
              <a:off x="7669761" y="3070654"/>
              <a:ext cx="173770" cy="57077"/>
            </a:xfrm>
            <a:custGeom>
              <a:avLst/>
              <a:gdLst/>
              <a:ahLst/>
              <a:cxnLst/>
              <a:rect l="l" t="t" r="r" b="b"/>
              <a:pathLst>
                <a:path w="4859" h="1596" extrusionOk="0">
                  <a:moveTo>
                    <a:pt x="1405" y="0"/>
                  </a:moveTo>
                  <a:lnTo>
                    <a:pt x="1405" y="905"/>
                  </a:lnTo>
                  <a:lnTo>
                    <a:pt x="334" y="905"/>
                  </a:lnTo>
                  <a:cubicBezTo>
                    <a:pt x="167" y="905"/>
                    <a:pt x="0" y="1072"/>
                    <a:pt x="0" y="1262"/>
                  </a:cubicBezTo>
                  <a:cubicBezTo>
                    <a:pt x="0" y="1429"/>
                    <a:pt x="167" y="1596"/>
                    <a:pt x="334" y="1596"/>
                  </a:cubicBezTo>
                  <a:lnTo>
                    <a:pt x="4525" y="1596"/>
                  </a:lnTo>
                  <a:cubicBezTo>
                    <a:pt x="4692" y="1596"/>
                    <a:pt x="4858" y="1429"/>
                    <a:pt x="4858" y="1262"/>
                  </a:cubicBezTo>
                  <a:cubicBezTo>
                    <a:pt x="4858" y="1072"/>
                    <a:pt x="4692" y="905"/>
                    <a:pt x="4525" y="905"/>
                  </a:cubicBezTo>
                  <a:lnTo>
                    <a:pt x="3453" y="905"/>
                  </a:lnTo>
                  <a:lnTo>
                    <a:pt x="3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42"/>
            <p:cNvSpPr/>
            <p:nvPr/>
          </p:nvSpPr>
          <p:spPr>
            <a:xfrm>
              <a:off x="7547949" y="2761477"/>
              <a:ext cx="417348" cy="284491"/>
            </a:xfrm>
            <a:custGeom>
              <a:avLst/>
              <a:gdLst/>
              <a:ahLst/>
              <a:cxnLst/>
              <a:rect l="l" t="t" r="r" b="b"/>
              <a:pathLst>
                <a:path w="11670" h="7955" extrusionOk="0">
                  <a:moveTo>
                    <a:pt x="6800" y="3150"/>
                  </a:moveTo>
                  <a:cubicBezTo>
                    <a:pt x="6889" y="3150"/>
                    <a:pt x="6978" y="3180"/>
                    <a:pt x="7050" y="3239"/>
                  </a:cubicBezTo>
                  <a:cubicBezTo>
                    <a:pt x="7169" y="3382"/>
                    <a:pt x="7169" y="3597"/>
                    <a:pt x="7050" y="3740"/>
                  </a:cubicBezTo>
                  <a:lnTo>
                    <a:pt x="6764" y="4002"/>
                  </a:lnTo>
                  <a:cubicBezTo>
                    <a:pt x="6812" y="4144"/>
                    <a:pt x="6859" y="4287"/>
                    <a:pt x="6859" y="4454"/>
                  </a:cubicBezTo>
                  <a:cubicBezTo>
                    <a:pt x="6859" y="5026"/>
                    <a:pt x="6407" y="5478"/>
                    <a:pt x="5835" y="5478"/>
                  </a:cubicBezTo>
                  <a:cubicBezTo>
                    <a:pt x="5264" y="5478"/>
                    <a:pt x="4811" y="5026"/>
                    <a:pt x="4811" y="4454"/>
                  </a:cubicBezTo>
                  <a:cubicBezTo>
                    <a:pt x="4811" y="3882"/>
                    <a:pt x="5264" y="3430"/>
                    <a:pt x="5835" y="3430"/>
                  </a:cubicBezTo>
                  <a:cubicBezTo>
                    <a:pt x="6002" y="3430"/>
                    <a:pt x="6145" y="3454"/>
                    <a:pt x="6288" y="3525"/>
                  </a:cubicBezTo>
                  <a:lnTo>
                    <a:pt x="6550" y="3239"/>
                  </a:lnTo>
                  <a:cubicBezTo>
                    <a:pt x="6621" y="3180"/>
                    <a:pt x="6710" y="3150"/>
                    <a:pt x="6800" y="3150"/>
                  </a:cubicBezTo>
                  <a:close/>
                  <a:moveTo>
                    <a:pt x="5835" y="918"/>
                  </a:moveTo>
                  <a:cubicBezTo>
                    <a:pt x="6740" y="918"/>
                    <a:pt x="7645" y="1263"/>
                    <a:pt x="8336" y="1953"/>
                  </a:cubicBezTo>
                  <a:cubicBezTo>
                    <a:pt x="9717" y="3335"/>
                    <a:pt x="9717" y="5573"/>
                    <a:pt x="8336" y="6955"/>
                  </a:cubicBezTo>
                  <a:cubicBezTo>
                    <a:pt x="8264" y="7026"/>
                    <a:pt x="8175" y="7062"/>
                    <a:pt x="8089" y="7062"/>
                  </a:cubicBezTo>
                  <a:cubicBezTo>
                    <a:pt x="8002" y="7062"/>
                    <a:pt x="7919" y="7026"/>
                    <a:pt x="7859" y="6955"/>
                  </a:cubicBezTo>
                  <a:lnTo>
                    <a:pt x="7312" y="6431"/>
                  </a:lnTo>
                  <a:cubicBezTo>
                    <a:pt x="7193" y="6288"/>
                    <a:pt x="7193" y="6073"/>
                    <a:pt x="7312" y="5930"/>
                  </a:cubicBezTo>
                  <a:cubicBezTo>
                    <a:pt x="7383" y="5871"/>
                    <a:pt x="7472" y="5841"/>
                    <a:pt x="7562" y="5841"/>
                  </a:cubicBezTo>
                  <a:cubicBezTo>
                    <a:pt x="7651" y="5841"/>
                    <a:pt x="7740" y="5871"/>
                    <a:pt x="7812" y="5930"/>
                  </a:cubicBezTo>
                  <a:lnTo>
                    <a:pt x="8074" y="6216"/>
                  </a:lnTo>
                  <a:cubicBezTo>
                    <a:pt x="8407" y="5811"/>
                    <a:pt x="8621" y="5311"/>
                    <a:pt x="8669" y="4787"/>
                  </a:cubicBezTo>
                  <a:lnTo>
                    <a:pt x="8169" y="4787"/>
                  </a:lnTo>
                  <a:cubicBezTo>
                    <a:pt x="7978" y="4787"/>
                    <a:pt x="7836" y="4645"/>
                    <a:pt x="7836" y="4454"/>
                  </a:cubicBezTo>
                  <a:cubicBezTo>
                    <a:pt x="7836" y="4263"/>
                    <a:pt x="7978" y="4121"/>
                    <a:pt x="8169" y="4121"/>
                  </a:cubicBezTo>
                  <a:lnTo>
                    <a:pt x="8669" y="4121"/>
                  </a:lnTo>
                  <a:cubicBezTo>
                    <a:pt x="8621" y="3597"/>
                    <a:pt x="8407" y="3097"/>
                    <a:pt x="8074" y="2692"/>
                  </a:cubicBezTo>
                  <a:lnTo>
                    <a:pt x="7812" y="2978"/>
                  </a:lnTo>
                  <a:cubicBezTo>
                    <a:pt x="7740" y="3037"/>
                    <a:pt x="7651" y="3067"/>
                    <a:pt x="7562" y="3067"/>
                  </a:cubicBezTo>
                  <a:cubicBezTo>
                    <a:pt x="7472" y="3067"/>
                    <a:pt x="7383" y="3037"/>
                    <a:pt x="7312" y="2978"/>
                  </a:cubicBezTo>
                  <a:cubicBezTo>
                    <a:pt x="7193" y="2835"/>
                    <a:pt x="7193" y="2620"/>
                    <a:pt x="7312" y="2477"/>
                  </a:cubicBezTo>
                  <a:lnTo>
                    <a:pt x="7597" y="2215"/>
                  </a:lnTo>
                  <a:cubicBezTo>
                    <a:pt x="7193" y="1882"/>
                    <a:pt x="6693" y="1668"/>
                    <a:pt x="6169" y="1620"/>
                  </a:cubicBezTo>
                  <a:lnTo>
                    <a:pt x="6169" y="2120"/>
                  </a:lnTo>
                  <a:cubicBezTo>
                    <a:pt x="6169" y="2311"/>
                    <a:pt x="6026" y="2454"/>
                    <a:pt x="5835" y="2454"/>
                  </a:cubicBezTo>
                  <a:cubicBezTo>
                    <a:pt x="5645" y="2454"/>
                    <a:pt x="5502" y="2311"/>
                    <a:pt x="5502" y="2120"/>
                  </a:cubicBezTo>
                  <a:lnTo>
                    <a:pt x="5502" y="1620"/>
                  </a:lnTo>
                  <a:cubicBezTo>
                    <a:pt x="4978" y="1668"/>
                    <a:pt x="4478" y="1882"/>
                    <a:pt x="4073" y="2215"/>
                  </a:cubicBezTo>
                  <a:lnTo>
                    <a:pt x="4359" y="2477"/>
                  </a:lnTo>
                  <a:cubicBezTo>
                    <a:pt x="4478" y="2620"/>
                    <a:pt x="4478" y="2835"/>
                    <a:pt x="4359" y="2978"/>
                  </a:cubicBezTo>
                  <a:cubicBezTo>
                    <a:pt x="4287" y="3037"/>
                    <a:pt x="4198" y="3067"/>
                    <a:pt x="4109" y="3067"/>
                  </a:cubicBezTo>
                  <a:cubicBezTo>
                    <a:pt x="4019" y="3067"/>
                    <a:pt x="3930" y="3037"/>
                    <a:pt x="3859" y="2978"/>
                  </a:cubicBezTo>
                  <a:lnTo>
                    <a:pt x="3597" y="2692"/>
                  </a:lnTo>
                  <a:cubicBezTo>
                    <a:pt x="3263" y="3097"/>
                    <a:pt x="3049" y="3597"/>
                    <a:pt x="3001" y="4121"/>
                  </a:cubicBezTo>
                  <a:lnTo>
                    <a:pt x="3501" y="4121"/>
                  </a:lnTo>
                  <a:cubicBezTo>
                    <a:pt x="3692" y="4121"/>
                    <a:pt x="3835" y="4263"/>
                    <a:pt x="3835" y="4454"/>
                  </a:cubicBezTo>
                  <a:cubicBezTo>
                    <a:pt x="3835" y="4645"/>
                    <a:pt x="3692" y="4787"/>
                    <a:pt x="3501" y="4787"/>
                  </a:cubicBezTo>
                  <a:lnTo>
                    <a:pt x="3001" y="4787"/>
                  </a:lnTo>
                  <a:cubicBezTo>
                    <a:pt x="3049" y="5311"/>
                    <a:pt x="3263" y="5811"/>
                    <a:pt x="3597" y="6216"/>
                  </a:cubicBezTo>
                  <a:lnTo>
                    <a:pt x="3859" y="5930"/>
                  </a:lnTo>
                  <a:cubicBezTo>
                    <a:pt x="3930" y="5871"/>
                    <a:pt x="4019" y="5841"/>
                    <a:pt x="4109" y="5841"/>
                  </a:cubicBezTo>
                  <a:cubicBezTo>
                    <a:pt x="4198" y="5841"/>
                    <a:pt x="4287" y="5871"/>
                    <a:pt x="4359" y="5930"/>
                  </a:cubicBezTo>
                  <a:cubicBezTo>
                    <a:pt x="4478" y="6073"/>
                    <a:pt x="4478" y="6288"/>
                    <a:pt x="4359" y="6431"/>
                  </a:cubicBezTo>
                  <a:lnTo>
                    <a:pt x="3811" y="6955"/>
                  </a:lnTo>
                  <a:cubicBezTo>
                    <a:pt x="3751" y="7026"/>
                    <a:pt x="3662" y="7062"/>
                    <a:pt x="3573" y="7062"/>
                  </a:cubicBezTo>
                  <a:cubicBezTo>
                    <a:pt x="3484" y="7062"/>
                    <a:pt x="3394" y="7026"/>
                    <a:pt x="3335" y="6955"/>
                  </a:cubicBezTo>
                  <a:cubicBezTo>
                    <a:pt x="1953" y="5573"/>
                    <a:pt x="1953" y="3335"/>
                    <a:pt x="3335" y="1953"/>
                  </a:cubicBezTo>
                  <a:cubicBezTo>
                    <a:pt x="4025" y="1263"/>
                    <a:pt x="4930" y="918"/>
                    <a:pt x="5835" y="918"/>
                  </a:cubicBezTo>
                  <a:close/>
                  <a:moveTo>
                    <a:pt x="358" y="1"/>
                  </a:moveTo>
                  <a:cubicBezTo>
                    <a:pt x="167" y="1"/>
                    <a:pt x="1" y="167"/>
                    <a:pt x="1" y="334"/>
                  </a:cubicBezTo>
                  <a:lnTo>
                    <a:pt x="1" y="7621"/>
                  </a:lnTo>
                  <a:cubicBezTo>
                    <a:pt x="1" y="7812"/>
                    <a:pt x="167" y="7955"/>
                    <a:pt x="358" y="7955"/>
                  </a:cubicBezTo>
                  <a:lnTo>
                    <a:pt x="11313" y="7955"/>
                  </a:lnTo>
                  <a:cubicBezTo>
                    <a:pt x="11503" y="7955"/>
                    <a:pt x="11670" y="7812"/>
                    <a:pt x="11670" y="7621"/>
                  </a:cubicBezTo>
                  <a:lnTo>
                    <a:pt x="11670" y="334"/>
                  </a:lnTo>
                  <a:cubicBezTo>
                    <a:pt x="11670" y="167"/>
                    <a:pt x="11503" y="1"/>
                    <a:pt x="113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3" name="Google Shape;3073;p42"/>
          <p:cNvGrpSpPr/>
          <p:nvPr/>
        </p:nvGrpSpPr>
        <p:grpSpPr>
          <a:xfrm>
            <a:off x="6367960" y="3701406"/>
            <a:ext cx="1106728" cy="1006325"/>
            <a:chOff x="6856386" y="1437970"/>
            <a:chExt cx="416490" cy="415632"/>
          </a:xfrm>
        </p:grpSpPr>
        <p:sp>
          <p:nvSpPr>
            <p:cNvPr id="3074" name="Google Shape;3074;p42"/>
            <p:cNvSpPr/>
            <p:nvPr/>
          </p:nvSpPr>
          <p:spPr>
            <a:xfrm>
              <a:off x="6856386" y="1437970"/>
              <a:ext cx="416490" cy="415632"/>
            </a:xfrm>
            <a:custGeom>
              <a:avLst/>
              <a:gdLst/>
              <a:ahLst/>
              <a:cxnLst/>
              <a:rect l="l" t="t" r="r" b="b"/>
              <a:pathLst>
                <a:path w="11646" h="11622" extrusionOk="0">
                  <a:moveTo>
                    <a:pt x="5811" y="2906"/>
                  </a:moveTo>
                  <a:cubicBezTo>
                    <a:pt x="6764" y="2906"/>
                    <a:pt x="7526" y="3668"/>
                    <a:pt x="7526" y="4620"/>
                  </a:cubicBezTo>
                  <a:lnTo>
                    <a:pt x="7526" y="5073"/>
                  </a:lnTo>
                  <a:lnTo>
                    <a:pt x="7621" y="5073"/>
                  </a:lnTo>
                  <a:cubicBezTo>
                    <a:pt x="7811" y="5073"/>
                    <a:pt x="7978" y="5239"/>
                    <a:pt x="7978" y="5406"/>
                  </a:cubicBezTo>
                  <a:lnTo>
                    <a:pt x="7978" y="8359"/>
                  </a:lnTo>
                  <a:cubicBezTo>
                    <a:pt x="7978" y="8550"/>
                    <a:pt x="7811" y="8716"/>
                    <a:pt x="7621" y="8716"/>
                  </a:cubicBezTo>
                  <a:lnTo>
                    <a:pt x="4025" y="8716"/>
                  </a:lnTo>
                  <a:cubicBezTo>
                    <a:pt x="3834" y="8716"/>
                    <a:pt x="3668" y="8550"/>
                    <a:pt x="3668" y="8359"/>
                  </a:cubicBezTo>
                  <a:lnTo>
                    <a:pt x="3668" y="5406"/>
                  </a:lnTo>
                  <a:cubicBezTo>
                    <a:pt x="3668" y="5239"/>
                    <a:pt x="3834" y="5073"/>
                    <a:pt x="4025" y="5073"/>
                  </a:cubicBezTo>
                  <a:lnTo>
                    <a:pt x="4120" y="5073"/>
                  </a:lnTo>
                  <a:lnTo>
                    <a:pt x="4120" y="4620"/>
                  </a:lnTo>
                  <a:cubicBezTo>
                    <a:pt x="4120" y="3668"/>
                    <a:pt x="4882" y="2906"/>
                    <a:pt x="5811" y="2906"/>
                  </a:cubicBezTo>
                  <a:close/>
                  <a:moveTo>
                    <a:pt x="4239" y="0"/>
                  </a:moveTo>
                  <a:cubicBezTo>
                    <a:pt x="4049" y="0"/>
                    <a:pt x="3882" y="143"/>
                    <a:pt x="3882" y="334"/>
                  </a:cubicBezTo>
                  <a:lnTo>
                    <a:pt x="3882" y="1548"/>
                  </a:lnTo>
                  <a:lnTo>
                    <a:pt x="3072" y="1548"/>
                  </a:lnTo>
                  <a:cubicBezTo>
                    <a:pt x="2239" y="1548"/>
                    <a:pt x="1548" y="2215"/>
                    <a:pt x="1548" y="3072"/>
                  </a:cubicBezTo>
                  <a:lnTo>
                    <a:pt x="1548" y="3882"/>
                  </a:lnTo>
                  <a:lnTo>
                    <a:pt x="334" y="3882"/>
                  </a:lnTo>
                  <a:cubicBezTo>
                    <a:pt x="143" y="3882"/>
                    <a:pt x="0" y="4025"/>
                    <a:pt x="0" y="4215"/>
                  </a:cubicBezTo>
                  <a:cubicBezTo>
                    <a:pt x="0" y="4406"/>
                    <a:pt x="143" y="4549"/>
                    <a:pt x="334" y="4549"/>
                  </a:cubicBezTo>
                  <a:lnTo>
                    <a:pt x="1548" y="4549"/>
                  </a:lnTo>
                  <a:lnTo>
                    <a:pt x="1548" y="5478"/>
                  </a:lnTo>
                  <a:lnTo>
                    <a:pt x="334" y="5478"/>
                  </a:lnTo>
                  <a:cubicBezTo>
                    <a:pt x="143" y="5478"/>
                    <a:pt x="0" y="5620"/>
                    <a:pt x="0" y="5811"/>
                  </a:cubicBezTo>
                  <a:cubicBezTo>
                    <a:pt x="0" y="6001"/>
                    <a:pt x="143" y="6144"/>
                    <a:pt x="334" y="6144"/>
                  </a:cubicBezTo>
                  <a:lnTo>
                    <a:pt x="1548" y="6144"/>
                  </a:lnTo>
                  <a:lnTo>
                    <a:pt x="1548" y="7073"/>
                  </a:lnTo>
                  <a:lnTo>
                    <a:pt x="334" y="7073"/>
                  </a:lnTo>
                  <a:cubicBezTo>
                    <a:pt x="143" y="7073"/>
                    <a:pt x="0" y="7216"/>
                    <a:pt x="0" y="7406"/>
                  </a:cubicBezTo>
                  <a:cubicBezTo>
                    <a:pt x="0" y="7597"/>
                    <a:pt x="143" y="7740"/>
                    <a:pt x="334" y="7740"/>
                  </a:cubicBezTo>
                  <a:lnTo>
                    <a:pt x="1548" y="7740"/>
                  </a:lnTo>
                  <a:lnTo>
                    <a:pt x="1548" y="8550"/>
                  </a:lnTo>
                  <a:cubicBezTo>
                    <a:pt x="1548" y="9407"/>
                    <a:pt x="2239" y="10074"/>
                    <a:pt x="3072" y="10074"/>
                  </a:cubicBezTo>
                  <a:lnTo>
                    <a:pt x="3882" y="10074"/>
                  </a:lnTo>
                  <a:lnTo>
                    <a:pt x="3882" y="11288"/>
                  </a:lnTo>
                  <a:cubicBezTo>
                    <a:pt x="3882" y="11479"/>
                    <a:pt x="4049" y="11622"/>
                    <a:pt x="4239" y="11622"/>
                  </a:cubicBezTo>
                  <a:cubicBezTo>
                    <a:pt x="4430" y="11622"/>
                    <a:pt x="4573" y="11479"/>
                    <a:pt x="4573" y="11288"/>
                  </a:cubicBezTo>
                  <a:lnTo>
                    <a:pt x="4573" y="10074"/>
                  </a:lnTo>
                  <a:lnTo>
                    <a:pt x="5478" y="10074"/>
                  </a:lnTo>
                  <a:lnTo>
                    <a:pt x="5478" y="11288"/>
                  </a:lnTo>
                  <a:cubicBezTo>
                    <a:pt x="5478" y="11479"/>
                    <a:pt x="5644" y="11622"/>
                    <a:pt x="5835" y="11622"/>
                  </a:cubicBezTo>
                  <a:cubicBezTo>
                    <a:pt x="6002" y="11622"/>
                    <a:pt x="6168" y="11479"/>
                    <a:pt x="6168" y="11288"/>
                  </a:cubicBezTo>
                  <a:lnTo>
                    <a:pt x="6168" y="10074"/>
                  </a:lnTo>
                  <a:lnTo>
                    <a:pt x="7073" y="10074"/>
                  </a:lnTo>
                  <a:lnTo>
                    <a:pt x="7073" y="11288"/>
                  </a:lnTo>
                  <a:cubicBezTo>
                    <a:pt x="7073" y="11479"/>
                    <a:pt x="7216" y="11622"/>
                    <a:pt x="7407" y="11622"/>
                  </a:cubicBezTo>
                  <a:cubicBezTo>
                    <a:pt x="7597" y="11622"/>
                    <a:pt x="7764" y="11479"/>
                    <a:pt x="7764" y="11288"/>
                  </a:cubicBezTo>
                  <a:lnTo>
                    <a:pt x="7764" y="10074"/>
                  </a:lnTo>
                  <a:lnTo>
                    <a:pt x="8574" y="10074"/>
                  </a:lnTo>
                  <a:cubicBezTo>
                    <a:pt x="9407" y="10074"/>
                    <a:pt x="10098" y="9407"/>
                    <a:pt x="10098" y="8550"/>
                  </a:cubicBezTo>
                  <a:lnTo>
                    <a:pt x="10098" y="7740"/>
                  </a:lnTo>
                  <a:lnTo>
                    <a:pt x="11312" y="7740"/>
                  </a:lnTo>
                  <a:cubicBezTo>
                    <a:pt x="11503" y="7740"/>
                    <a:pt x="11646" y="7597"/>
                    <a:pt x="11646" y="7406"/>
                  </a:cubicBezTo>
                  <a:cubicBezTo>
                    <a:pt x="11646" y="7216"/>
                    <a:pt x="11503" y="7073"/>
                    <a:pt x="11312" y="7073"/>
                  </a:cubicBezTo>
                  <a:lnTo>
                    <a:pt x="10098" y="7073"/>
                  </a:lnTo>
                  <a:lnTo>
                    <a:pt x="10098" y="6144"/>
                  </a:lnTo>
                  <a:lnTo>
                    <a:pt x="11312" y="6144"/>
                  </a:lnTo>
                  <a:cubicBezTo>
                    <a:pt x="11503" y="6144"/>
                    <a:pt x="11646" y="6001"/>
                    <a:pt x="11646" y="5811"/>
                  </a:cubicBezTo>
                  <a:cubicBezTo>
                    <a:pt x="11646" y="5620"/>
                    <a:pt x="11503" y="5478"/>
                    <a:pt x="11312" y="5478"/>
                  </a:cubicBezTo>
                  <a:lnTo>
                    <a:pt x="10098" y="5478"/>
                  </a:lnTo>
                  <a:lnTo>
                    <a:pt x="10098" y="4549"/>
                  </a:lnTo>
                  <a:lnTo>
                    <a:pt x="11312" y="4549"/>
                  </a:lnTo>
                  <a:cubicBezTo>
                    <a:pt x="11503" y="4549"/>
                    <a:pt x="11646" y="4406"/>
                    <a:pt x="11646" y="4215"/>
                  </a:cubicBezTo>
                  <a:cubicBezTo>
                    <a:pt x="11646" y="4025"/>
                    <a:pt x="11503" y="3882"/>
                    <a:pt x="11312" y="3882"/>
                  </a:cubicBezTo>
                  <a:lnTo>
                    <a:pt x="10098" y="3882"/>
                  </a:lnTo>
                  <a:lnTo>
                    <a:pt x="10098" y="3072"/>
                  </a:lnTo>
                  <a:cubicBezTo>
                    <a:pt x="10098" y="2215"/>
                    <a:pt x="9407" y="1548"/>
                    <a:pt x="8574" y="1548"/>
                  </a:cubicBezTo>
                  <a:lnTo>
                    <a:pt x="7764" y="1548"/>
                  </a:lnTo>
                  <a:lnTo>
                    <a:pt x="7764" y="334"/>
                  </a:lnTo>
                  <a:cubicBezTo>
                    <a:pt x="7764" y="143"/>
                    <a:pt x="7597" y="0"/>
                    <a:pt x="7407" y="0"/>
                  </a:cubicBezTo>
                  <a:cubicBezTo>
                    <a:pt x="7216" y="0"/>
                    <a:pt x="7073" y="143"/>
                    <a:pt x="7073" y="334"/>
                  </a:cubicBezTo>
                  <a:lnTo>
                    <a:pt x="7073" y="1548"/>
                  </a:lnTo>
                  <a:lnTo>
                    <a:pt x="6168" y="1548"/>
                  </a:lnTo>
                  <a:lnTo>
                    <a:pt x="6168" y="334"/>
                  </a:lnTo>
                  <a:cubicBezTo>
                    <a:pt x="6168" y="143"/>
                    <a:pt x="6002" y="0"/>
                    <a:pt x="5835" y="0"/>
                  </a:cubicBezTo>
                  <a:cubicBezTo>
                    <a:pt x="5644" y="0"/>
                    <a:pt x="5478" y="143"/>
                    <a:pt x="5478" y="334"/>
                  </a:cubicBezTo>
                  <a:lnTo>
                    <a:pt x="5478" y="1548"/>
                  </a:lnTo>
                  <a:lnTo>
                    <a:pt x="4573" y="1548"/>
                  </a:lnTo>
                  <a:lnTo>
                    <a:pt x="4573" y="334"/>
                  </a:lnTo>
                  <a:cubicBezTo>
                    <a:pt x="4573" y="143"/>
                    <a:pt x="4430" y="0"/>
                    <a:pt x="42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2"/>
            <p:cNvSpPr/>
            <p:nvPr/>
          </p:nvSpPr>
          <p:spPr>
            <a:xfrm>
              <a:off x="7027551" y="1566576"/>
              <a:ext cx="74136" cy="52821"/>
            </a:xfrm>
            <a:custGeom>
              <a:avLst/>
              <a:gdLst/>
              <a:ahLst/>
              <a:cxnLst/>
              <a:rect l="l" t="t" r="r" b="b"/>
              <a:pathLst>
                <a:path w="2073" h="1477" extrusionOk="0">
                  <a:moveTo>
                    <a:pt x="1049" y="0"/>
                  </a:moveTo>
                  <a:cubicBezTo>
                    <a:pt x="477" y="0"/>
                    <a:pt x="1" y="453"/>
                    <a:pt x="1" y="1024"/>
                  </a:cubicBezTo>
                  <a:lnTo>
                    <a:pt x="1" y="1477"/>
                  </a:lnTo>
                  <a:lnTo>
                    <a:pt x="2073" y="1477"/>
                  </a:lnTo>
                  <a:lnTo>
                    <a:pt x="2073" y="1024"/>
                  </a:lnTo>
                  <a:cubicBezTo>
                    <a:pt x="2073" y="453"/>
                    <a:pt x="1597" y="0"/>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2"/>
            <p:cNvSpPr/>
            <p:nvPr/>
          </p:nvSpPr>
          <p:spPr>
            <a:xfrm>
              <a:off x="7012244" y="1644076"/>
              <a:ext cx="104784" cy="80931"/>
            </a:xfrm>
            <a:custGeom>
              <a:avLst/>
              <a:gdLst/>
              <a:ahLst/>
              <a:cxnLst/>
              <a:rect l="l" t="t" r="r" b="b"/>
              <a:pathLst>
                <a:path w="2930" h="2263" extrusionOk="0">
                  <a:moveTo>
                    <a:pt x="1477" y="667"/>
                  </a:moveTo>
                  <a:cubicBezTo>
                    <a:pt x="1644" y="667"/>
                    <a:pt x="1810" y="834"/>
                    <a:pt x="1810" y="1024"/>
                  </a:cubicBezTo>
                  <a:lnTo>
                    <a:pt x="1810" y="1239"/>
                  </a:lnTo>
                  <a:cubicBezTo>
                    <a:pt x="1810" y="1429"/>
                    <a:pt x="1644" y="1572"/>
                    <a:pt x="1477" y="1572"/>
                  </a:cubicBezTo>
                  <a:cubicBezTo>
                    <a:pt x="1286" y="1572"/>
                    <a:pt x="1120" y="1429"/>
                    <a:pt x="1120" y="1239"/>
                  </a:cubicBezTo>
                  <a:lnTo>
                    <a:pt x="1120" y="1024"/>
                  </a:lnTo>
                  <a:cubicBezTo>
                    <a:pt x="1120" y="834"/>
                    <a:pt x="1286" y="667"/>
                    <a:pt x="1477" y="667"/>
                  </a:cubicBezTo>
                  <a:close/>
                  <a:moveTo>
                    <a:pt x="0" y="0"/>
                  </a:moveTo>
                  <a:lnTo>
                    <a:pt x="0" y="2263"/>
                  </a:lnTo>
                  <a:lnTo>
                    <a:pt x="2930" y="2263"/>
                  </a:lnTo>
                  <a:lnTo>
                    <a:pt x="29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Rectángulo 6"/>
          <p:cNvSpPr/>
          <p:nvPr/>
        </p:nvSpPr>
        <p:spPr>
          <a:xfrm>
            <a:off x="4879840" y="1636013"/>
            <a:ext cx="3804553" cy="1815882"/>
          </a:xfrm>
          <a:prstGeom prst="rect">
            <a:avLst/>
          </a:prstGeom>
        </p:spPr>
        <p:txBody>
          <a:bodyPr wrap="square">
            <a:spAutoFit/>
          </a:bodyPr>
          <a:lstStyle/>
          <a:p>
            <a:pPr lvl="0" algn="ctr">
              <a:buClr>
                <a:srgbClr val="FFFFFF"/>
              </a:buClr>
              <a:buSzPts val="1400"/>
            </a:pPr>
            <a:r>
              <a:rPr lang="es-ES" dirty="0">
                <a:solidFill>
                  <a:srgbClr val="FFFFFF"/>
                </a:solidFill>
                <a:latin typeface="PT Sans"/>
                <a:sym typeface="PT Sans"/>
              </a:rPr>
              <a:t>❌ Menos popular que </a:t>
            </a:r>
            <a:r>
              <a:rPr lang="es-ES" dirty="0" err="1">
                <a:solidFill>
                  <a:srgbClr val="FFFFFF"/>
                </a:solidFill>
                <a:latin typeface="PT Sans"/>
                <a:sym typeface="PT Sans"/>
              </a:rPr>
              <a:t>React</a:t>
            </a:r>
            <a:r>
              <a:rPr lang="es-ES" dirty="0">
                <a:solidFill>
                  <a:srgbClr val="FFFFFF"/>
                </a:solidFill>
                <a:latin typeface="PT Sans"/>
                <a:sym typeface="PT Sans"/>
              </a:rPr>
              <a:t> o Vue, menor cantidad de recursos y librerías</a:t>
            </a:r>
            <a:r>
              <a:rPr lang="es-ES" dirty="0" smtClean="0">
                <a:solidFill>
                  <a:srgbClr val="FFFFFF"/>
                </a:solidFill>
                <a:latin typeface="PT Sans"/>
                <a:sym typeface="PT Sans"/>
              </a:rPr>
              <a:t>.</a:t>
            </a:r>
          </a:p>
          <a:p>
            <a:pPr lvl="0" algn="ctr">
              <a:buClr>
                <a:srgbClr val="FFFFFF"/>
              </a:buClr>
              <a:buSzPts val="1400"/>
            </a:pPr>
            <a:endParaRPr lang="es-ES" dirty="0">
              <a:solidFill>
                <a:srgbClr val="FFFFFF"/>
              </a:solidFill>
              <a:latin typeface="PT Sans"/>
              <a:sym typeface="PT Sans"/>
            </a:endParaRPr>
          </a:p>
          <a:p>
            <a:pPr lvl="0" algn="ctr">
              <a:buClr>
                <a:srgbClr val="FFFFFF"/>
              </a:buClr>
              <a:buSzPts val="1400"/>
            </a:pPr>
            <a:r>
              <a:rPr lang="es-ES" dirty="0" smtClean="0">
                <a:solidFill>
                  <a:srgbClr val="FFFFFF"/>
                </a:solidFill>
                <a:latin typeface="PT Sans"/>
                <a:sym typeface="PT Sans"/>
              </a:rPr>
              <a:t>❌ </a:t>
            </a:r>
            <a:r>
              <a:rPr lang="es-ES" dirty="0">
                <a:solidFill>
                  <a:srgbClr val="FFFFFF"/>
                </a:solidFill>
                <a:latin typeface="PT Sans"/>
                <a:sym typeface="PT Sans"/>
              </a:rPr>
              <a:t>No es compatible con Web Components de forma nativa</a:t>
            </a:r>
            <a:r>
              <a:rPr lang="es-ES" dirty="0" smtClean="0">
                <a:solidFill>
                  <a:srgbClr val="FFFFFF"/>
                </a:solidFill>
                <a:latin typeface="PT Sans"/>
                <a:sym typeface="PT Sans"/>
              </a:rPr>
              <a:t>.</a:t>
            </a:r>
          </a:p>
          <a:p>
            <a:pPr lvl="0" algn="ctr">
              <a:buClr>
                <a:srgbClr val="FFFFFF"/>
              </a:buClr>
              <a:buSzPts val="1400"/>
            </a:pPr>
            <a:endParaRPr lang="es-ES" dirty="0">
              <a:solidFill>
                <a:srgbClr val="FFFFFF"/>
              </a:solidFill>
              <a:latin typeface="PT Sans"/>
              <a:sym typeface="PT Sans"/>
            </a:endParaRPr>
          </a:p>
          <a:p>
            <a:pPr lvl="0" algn="ctr">
              <a:buClr>
                <a:srgbClr val="FFFFFF"/>
              </a:buClr>
              <a:buSzPts val="1400"/>
            </a:pPr>
            <a:r>
              <a:rPr lang="es-ES" dirty="0" smtClean="0">
                <a:solidFill>
                  <a:srgbClr val="FFFFFF"/>
                </a:solidFill>
                <a:latin typeface="PT Sans"/>
                <a:sym typeface="PT Sans"/>
              </a:rPr>
              <a:t>❌ </a:t>
            </a:r>
            <a:r>
              <a:rPr lang="es-ES" dirty="0">
                <a:solidFill>
                  <a:srgbClr val="FFFFFF"/>
                </a:solidFill>
                <a:latin typeface="PT Sans"/>
                <a:sym typeface="PT Sans"/>
              </a:rPr>
              <a:t>La comunidad y el ecosistema aún están en crecimiento.</a:t>
            </a:r>
          </a:p>
        </p:txBody>
      </p:sp>
    </p:spTree>
    <p:extLst>
      <p:ext uri="{BB962C8B-B14F-4D97-AF65-F5344CB8AC3E}">
        <p14:creationId xmlns:p14="http://schemas.microsoft.com/office/powerpoint/2010/main" val="392495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88"/>
        <p:cNvGrpSpPr/>
        <p:nvPr/>
      </p:nvGrpSpPr>
      <p:grpSpPr>
        <a:xfrm>
          <a:off x="0" y="0"/>
          <a:ext cx="0" cy="0"/>
          <a:chOff x="0" y="0"/>
          <a:chExt cx="0" cy="0"/>
        </a:xfrm>
      </p:grpSpPr>
      <p:sp>
        <p:nvSpPr>
          <p:cNvPr id="3389" name="Google Shape;3389;p49"/>
          <p:cNvSpPr txBox="1">
            <a:spLocks noGrp="1"/>
          </p:cNvSpPr>
          <p:nvPr>
            <p:ph type="body" idx="1"/>
          </p:nvPr>
        </p:nvSpPr>
        <p:spPr>
          <a:xfrm>
            <a:off x="1109550" y="4079027"/>
            <a:ext cx="6924900" cy="44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mtClean="0"/>
              <a:t>GRACIAS </a:t>
            </a:r>
            <a:endParaRPr dirty="0"/>
          </a:p>
        </p:txBody>
      </p:sp>
      <p:grpSp>
        <p:nvGrpSpPr>
          <p:cNvPr id="3390" name="Google Shape;3390;p49"/>
          <p:cNvGrpSpPr/>
          <p:nvPr/>
        </p:nvGrpSpPr>
        <p:grpSpPr>
          <a:xfrm>
            <a:off x="8058476" y="4879932"/>
            <a:ext cx="1252897" cy="51000"/>
            <a:chOff x="2915381" y="4104819"/>
            <a:chExt cx="1252897" cy="51000"/>
          </a:xfrm>
        </p:grpSpPr>
        <p:sp>
          <p:nvSpPr>
            <p:cNvPr id="3391" name="Google Shape;3391;p49"/>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49"/>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49"/>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49"/>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49"/>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49"/>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49"/>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49"/>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49"/>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49"/>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49"/>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49"/>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49"/>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49"/>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05" name="Google Shape;3405;p49"/>
          <p:cNvSpPr/>
          <p:nvPr/>
        </p:nvSpPr>
        <p:spPr>
          <a:xfrm flipH="1">
            <a:off x="8554554" y="850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6" name="Google Shape;3406;p49"/>
          <p:cNvGrpSpPr/>
          <p:nvPr/>
        </p:nvGrpSpPr>
        <p:grpSpPr>
          <a:xfrm rot="5400000" flipH="1">
            <a:off x="8517601" y="-295650"/>
            <a:ext cx="302065" cy="1520982"/>
            <a:chOff x="-108754" y="2690919"/>
            <a:chExt cx="302065" cy="1520982"/>
          </a:xfrm>
        </p:grpSpPr>
        <p:sp>
          <p:nvSpPr>
            <p:cNvPr id="3407" name="Google Shape;3407;p49"/>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49"/>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49"/>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49"/>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49"/>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2" name="Google Shape;3412;p49"/>
          <p:cNvGrpSpPr/>
          <p:nvPr/>
        </p:nvGrpSpPr>
        <p:grpSpPr>
          <a:xfrm>
            <a:off x="7805645" y="2296729"/>
            <a:ext cx="2297800" cy="347400"/>
            <a:chOff x="7805645" y="2296729"/>
            <a:chExt cx="2297800" cy="347400"/>
          </a:xfrm>
        </p:grpSpPr>
        <p:sp>
          <p:nvSpPr>
            <p:cNvPr id="3413" name="Google Shape;3413;p49"/>
            <p:cNvSpPr/>
            <p:nvPr/>
          </p:nvSpPr>
          <p:spPr>
            <a:xfrm flipH="1">
              <a:off x="8108745" y="25760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49"/>
            <p:cNvSpPr/>
            <p:nvPr/>
          </p:nvSpPr>
          <p:spPr>
            <a:xfrm flipH="1">
              <a:off x="7805645" y="22967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5" name="Google Shape;3415;p49"/>
          <p:cNvSpPr/>
          <p:nvPr/>
        </p:nvSpPr>
        <p:spPr>
          <a:xfrm rot="-5400000">
            <a:off x="348812" y="-122999"/>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16" name="Google Shape;3416;p49"/>
          <p:cNvGrpSpPr/>
          <p:nvPr/>
        </p:nvGrpSpPr>
        <p:grpSpPr>
          <a:xfrm rot="10800000">
            <a:off x="-11" y="398178"/>
            <a:ext cx="883262" cy="242091"/>
            <a:chOff x="2300350" y="2601250"/>
            <a:chExt cx="2275275" cy="623625"/>
          </a:xfrm>
        </p:grpSpPr>
        <p:sp>
          <p:nvSpPr>
            <p:cNvPr id="3417" name="Google Shape;3417;p49"/>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49"/>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49"/>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49"/>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49"/>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49"/>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3" name="Google Shape;3423;p49"/>
          <p:cNvGrpSpPr/>
          <p:nvPr/>
        </p:nvGrpSpPr>
        <p:grpSpPr>
          <a:xfrm>
            <a:off x="442736" y="3589512"/>
            <a:ext cx="1105976" cy="133969"/>
            <a:chOff x="8183182" y="663852"/>
            <a:chExt cx="1475028" cy="178673"/>
          </a:xfrm>
        </p:grpSpPr>
        <p:grpSp>
          <p:nvGrpSpPr>
            <p:cNvPr id="3424" name="Google Shape;3424;p49"/>
            <p:cNvGrpSpPr/>
            <p:nvPr/>
          </p:nvGrpSpPr>
          <p:grpSpPr>
            <a:xfrm>
              <a:off x="8183182" y="774425"/>
              <a:ext cx="1178025" cy="68100"/>
              <a:chOff x="2024450" y="204150"/>
              <a:chExt cx="1178025" cy="68100"/>
            </a:xfrm>
          </p:grpSpPr>
          <p:sp>
            <p:nvSpPr>
              <p:cNvPr id="3425" name="Google Shape;3425;p4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4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4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4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4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4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4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4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4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4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5" name="Google Shape;3435;p49"/>
            <p:cNvGrpSpPr/>
            <p:nvPr/>
          </p:nvGrpSpPr>
          <p:grpSpPr>
            <a:xfrm>
              <a:off x="8480185" y="663852"/>
              <a:ext cx="1178025" cy="68100"/>
              <a:chOff x="2024450" y="204150"/>
              <a:chExt cx="1178025" cy="68100"/>
            </a:xfrm>
          </p:grpSpPr>
          <p:sp>
            <p:nvSpPr>
              <p:cNvPr id="3436" name="Google Shape;3436;p4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4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4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4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4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4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4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4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4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4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650</Words>
  <Application>Microsoft Office PowerPoint</Application>
  <PresentationFormat>Presentación en pantalla (16:9)</PresentationFormat>
  <Paragraphs>96</Paragraphs>
  <Slides>15</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PT Sans</vt:lpstr>
      <vt:lpstr>Exo</vt:lpstr>
      <vt:lpstr>Arial</vt:lpstr>
      <vt:lpstr>Wingdings</vt:lpstr>
      <vt:lpstr>Roboto Condensed Light</vt:lpstr>
      <vt:lpstr>Data Center Business Plan by Slidesgo</vt:lpstr>
      <vt:lpstr>STENCIL.JS Y  SVELTE</vt:lpstr>
      <vt:lpstr>TABLA DE CONTENIDOS</vt:lpstr>
      <vt:lpstr>STENCIL.JS</vt:lpstr>
      <vt:lpstr>💡Características Clave</vt:lpstr>
      <vt:lpstr>📚 Instalación y Uso Para empezar con Stencil.js:</vt:lpstr>
      <vt:lpstr>Presentación de PowerPoint</vt:lpstr>
      <vt:lpstr>Explicación del Código: Creación de un Web Component con Stencil.js</vt:lpstr>
      <vt:lpstr>⚡ Ventajas y ⚠ Desventajas de Stencil.js </vt:lpstr>
      <vt:lpstr>Esbelto O Svelte</vt:lpstr>
      <vt:lpstr>💡 Características Clave</vt:lpstr>
      <vt:lpstr>📚 Instalación y Uso Para empezar con Svelte:</vt:lpstr>
      <vt:lpstr>📚 Ejemplo de un Componente en Svelte</vt:lpstr>
      <vt:lpstr>Explicación del Código: Contador con Svelte y Estilos Personalizados</vt:lpstr>
      <vt:lpstr>⚡ Ventajas y  ⚠ Desventajas de Svelte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STENCIL.JS Y  SVELTE</dc:title>
  <dc:creator>daniel alvarez asprilla</dc:creator>
  <cp:lastModifiedBy>daniel alvarez asprilla</cp:lastModifiedBy>
  <cp:revision>17</cp:revision>
  <dcterms:modified xsi:type="dcterms:W3CDTF">2025-04-04T16:40:17Z</dcterms:modified>
</cp:coreProperties>
</file>